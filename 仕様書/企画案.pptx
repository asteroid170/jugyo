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4" r:id="rId3"/>
    <p:sldId id="262" r:id="rId4"/>
    <p:sldId id="263" r:id="rId5"/>
    <p:sldId id="260" r:id="rId6"/>
    <p:sldId id="261" r:id="rId7"/>
    <p:sldId id="265" r:id="rId8"/>
    <p:sldId id="266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18" autoAdjust="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CB487B-5ECD-44F5-824A-CE274CB82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690E46D-D27F-4573-87A4-2064A805A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B80D76-5944-4CB4-BEC9-2044F43D9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5A33-2C51-493C-8FE2-444BF02C735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EF3604-3A3A-4BD8-94DF-9B694D1F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6521A9-E19A-4979-8294-58F006942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D0C44-DF50-4419-9B1A-086D12A1D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0276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8D44D4-4851-424B-8182-543E703F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2A7ADF-1AF8-41C7-9432-AB2103D6F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60FA87-D41E-4F31-98CF-FA2A2240C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5A33-2C51-493C-8FE2-444BF02C735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75A463-454D-45E5-B0CF-920E52BB2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E57A44-640C-4208-9DF0-DADA0134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D0C44-DF50-4419-9B1A-086D12A1D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9746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ED3305-7FC9-4CF1-9021-BAAB2009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742CB9-C6B7-4EAC-827C-3E0192F7B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B86E9C-2291-4D08-8969-7191BCDEB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5A33-2C51-493C-8FE2-444BF02C735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74B36C-4921-4B61-B113-D4764C5C0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140FF1-A00C-441C-B26E-876F8E75E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D0C44-DF50-4419-9B1A-086D12A1D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8036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ED32F5-D324-4A3F-9721-167993EC6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674424-5D06-4810-A664-D10174B80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93BA6B1-96A6-4BA4-91B6-74307393F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CB5CFE-0927-4F5A-9803-144586B1C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5A33-2C51-493C-8FE2-444BF02C735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F68BBB-C617-401F-B769-99B61EED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FFD16E-99C8-4112-B224-A4400D0D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D0C44-DF50-4419-9B1A-086D12A1D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3575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5916E8-1778-4922-914F-F44968BD2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F3B6D8-4FB3-4C84-B107-A6C82D6CB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AA6D6B-7DC2-4F51-9E87-9E83AC11B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97C8F87-1C7B-49BF-B5F1-D0A7E8C0F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B316B42-35AC-4654-89F4-D3677E75B6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32912E5-DB62-434C-B40E-972B32DE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5A33-2C51-493C-8FE2-444BF02C735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87AD6B0-3FD7-44F9-91A1-2F9304762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40D8D8D-FE46-4C68-9486-B29EA817A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D0C44-DF50-4419-9B1A-086D12A1D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8024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A76684-ED51-486A-97DA-B30919EFE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B457CEA-1F76-4CB2-AA4E-5297E5FF3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5A33-2C51-493C-8FE2-444BF02C735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FA4093D-193D-47D2-A9A0-5E7B02D6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F3D45CE-E36E-41EE-BEF1-E1D958ABD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D0C44-DF50-4419-9B1A-086D12A1D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5982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5F8BD64-641B-41E5-BB31-0B14584BD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5A33-2C51-493C-8FE2-444BF02C735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0046D47-A614-4A9B-B5D5-5AB13EA45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1BA93D9-4240-45C6-BD46-E770195B8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D0C44-DF50-4419-9B1A-086D12A1D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882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3E23F1-E22A-4C92-8519-5CD38CDE7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C80824-AF75-497E-BD81-C41924A9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DF2D9F3-27DD-4AE4-9D67-7E0BEAFB6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38E5BD-4F2F-4F7F-9EF9-8B9555FBE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5A33-2C51-493C-8FE2-444BF02C735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D057B2-4924-4823-A429-E633E09D3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A9EDF4-E216-4692-B617-142DA37E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D0C44-DF50-4419-9B1A-086D12A1D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0803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7AB90B-8737-4FBE-93D6-EFB3DF52F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4558CFF-206A-42C0-9EA2-3E3DE949F5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5C3330-10DA-4D2A-A707-2818562DD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803C6DE-D892-4673-9BB4-E5E63D409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5A33-2C51-493C-8FE2-444BF02C735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454BB-D7BB-4520-9769-73E8CE99E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E5B67F2-4E6B-4600-8DD4-FDC1AE7A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D0C44-DF50-4419-9B1A-086D12A1D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611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5B9732-EF79-4EDD-8DCD-8F4E2836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C35C51B-82E6-4E43-8F8B-2E90D9792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62EAEB-FA2E-4A24-B7C0-31377825E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5A33-2C51-493C-8FE2-444BF02C735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3C5BED-A602-4471-BD66-7A521E8C1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386802-08DA-402B-997C-CB636E7D9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D0C44-DF50-4419-9B1A-086D12A1D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460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ED64BE8-F664-4CFE-9FAB-01B345C4E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13CA4D-58FB-4150-8402-CC4A21D09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4B3960-1544-450A-AD4E-5F1E2B0ED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5A33-2C51-493C-8FE2-444BF02C735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8F91C4-A64B-4547-AB21-8F70B884E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11390C-AD49-43B6-950A-034224F4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D0C44-DF50-4419-9B1A-086D12A1D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9935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FF62A17-5659-4343-8AB9-DC0C30D51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8AA9CA-5C06-4527-B223-E7B1C20E0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9EE0AC-194F-4FFF-A2C0-2EF2A02642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F5A33-2C51-493C-8FE2-444BF02C735B}" type="datetimeFigureOut">
              <a:rPr kumimoji="1" lang="ja-JP" altLang="en-US" smtClean="0"/>
              <a:t>2025/11/18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D7616B-AA97-4E64-8840-0FED9BFDC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3DBE94-3FB7-46AA-9A06-24E121177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7D0C44-DF50-4419-9B1A-086D12A1D0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4453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2713E492-F740-42C7-84EF-BBC5E164B7E4}"/>
              </a:ext>
            </a:extLst>
          </p:cNvPr>
          <p:cNvSpPr/>
          <p:nvPr/>
        </p:nvSpPr>
        <p:spPr>
          <a:xfrm flipH="1">
            <a:off x="1458953" y="3293072"/>
            <a:ext cx="512970" cy="28387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1026" name="Picture 2" descr="歩くおじいさんのイラスト | かわいいフリー素材集 いらすとや">
            <a:extLst>
              <a:ext uri="{FF2B5EF4-FFF2-40B4-BE49-F238E27FC236}">
                <a16:creationId xmlns:a16="http://schemas.microsoft.com/office/drawing/2014/main" id="{86A8D324-E908-4C9E-809F-7794C27AC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6327" y="1052440"/>
            <a:ext cx="1530889" cy="224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B27912E-F880-49B9-A20E-BE6D9BCFF84E}"/>
              </a:ext>
            </a:extLst>
          </p:cNvPr>
          <p:cNvGrpSpPr/>
          <p:nvPr/>
        </p:nvGrpSpPr>
        <p:grpSpPr>
          <a:xfrm rot="5400000">
            <a:off x="4854207" y="14829"/>
            <a:ext cx="1778356" cy="1729315"/>
            <a:chOff x="6158752" y="2985246"/>
            <a:chExt cx="2151529" cy="1353671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E2CEA9CD-05DC-4C97-9E6C-6F8F1EC67EA6}"/>
                </a:ext>
              </a:extLst>
            </p:cNvPr>
            <p:cNvSpPr/>
            <p:nvPr/>
          </p:nvSpPr>
          <p:spPr>
            <a:xfrm>
              <a:off x="6158752" y="2985246"/>
              <a:ext cx="2151529" cy="135367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矢印: 左 1">
              <a:extLst>
                <a:ext uri="{FF2B5EF4-FFF2-40B4-BE49-F238E27FC236}">
                  <a16:creationId xmlns:a16="http://schemas.microsoft.com/office/drawing/2014/main" id="{D014D750-6A57-4FD3-B5FF-148F7CFB0E9C}"/>
                </a:ext>
              </a:extLst>
            </p:cNvPr>
            <p:cNvSpPr/>
            <p:nvPr/>
          </p:nvSpPr>
          <p:spPr>
            <a:xfrm>
              <a:off x="6257365" y="3083859"/>
              <a:ext cx="1855694" cy="1192306"/>
            </a:xfrm>
            <a:prstGeom prst="leftArrow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257764C-AEC3-4C56-BB14-E897A7698BE2}"/>
              </a:ext>
            </a:extLst>
          </p:cNvPr>
          <p:cNvSpPr/>
          <p:nvPr/>
        </p:nvSpPr>
        <p:spPr>
          <a:xfrm>
            <a:off x="2429163" y="6499412"/>
            <a:ext cx="3241045" cy="3308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5C9B01A-1FF1-4CAE-9709-25E40E3B1448}"/>
              </a:ext>
            </a:extLst>
          </p:cNvPr>
          <p:cNvSpPr/>
          <p:nvPr/>
        </p:nvSpPr>
        <p:spPr>
          <a:xfrm>
            <a:off x="8458919" y="1686944"/>
            <a:ext cx="3569854" cy="12156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CA5788A4-6F79-48F3-A057-5F261CD63EAE}"/>
              </a:ext>
            </a:extLst>
          </p:cNvPr>
          <p:cNvGrpSpPr/>
          <p:nvPr/>
        </p:nvGrpSpPr>
        <p:grpSpPr>
          <a:xfrm rot="16200000">
            <a:off x="4434108" y="1263661"/>
            <a:ext cx="588546" cy="523526"/>
            <a:chOff x="6158752" y="2985246"/>
            <a:chExt cx="2151529" cy="1353671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AAE89079-7D65-4FB0-AED8-7EF0F4EED908}"/>
                </a:ext>
              </a:extLst>
            </p:cNvPr>
            <p:cNvSpPr/>
            <p:nvPr/>
          </p:nvSpPr>
          <p:spPr>
            <a:xfrm>
              <a:off x="6158752" y="2985246"/>
              <a:ext cx="2151529" cy="135367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矢印: 左 9">
              <a:extLst>
                <a:ext uri="{FF2B5EF4-FFF2-40B4-BE49-F238E27FC236}">
                  <a16:creationId xmlns:a16="http://schemas.microsoft.com/office/drawing/2014/main" id="{DED0DAC0-2A2D-4E98-838E-7BA5ACD95B5C}"/>
                </a:ext>
              </a:extLst>
            </p:cNvPr>
            <p:cNvSpPr/>
            <p:nvPr/>
          </p:nvSpPr>
          <p:spPr>
            <a:xfrm>
              <a:off x="6257365" y="3083859"/>
              <a:ext cx="1855694" cy="1192306"/>
            </a:xfrm>
            <a:prstGeom prst="leftArrow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E2235B3E-5320-4A4D-A78C-B10CB305E0A9}"/>
              </a:ext>
            </a:extLst>
          </p:cNvPr>
          <p:cNvGrpSpPr/>
          <p:nvPr/>
        </p:nvGrpSpPr>
        <p:grpSpPr>
          <a:xfrm rot="5070764">
            <a:off x="4508130" y="4969355"/>
            <a:ext cx="588546" cy="523526"/>
            <a:chOff x="6158752" y="2985246"/>
            <a:chExt cx="2151529" cy="1353671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2008886C-34B3-4B20-8EFD-E5E261C312F9}"/>
                </a:ext>
              </a:extLst>
            </p:cNvPr>
            <p:cNvSpPr/>
            <p:nvPr/>
          </p:nvSpPr>
          <p:spPr>
            <a:xfrm>
              <a:off x="6158752" y="2985246"/>
              <a:ext cx="2151529" cy="135367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矢印: 左 12">
              <a:extLst>
                <a:ext uri="{FF2B5EF4-FFF2-40B4-BE49-F238E27FC236}">
                  <a16:creationId xmlns:a16="http://schemas.microsoft.com/office/drawing/2014/main" id="{04652A86-A7D6-4AB6-BB19-8115DD280046}"/>
                </a:ext>
              </a:extLst>
            </p:cNvPr>
            <p:cNvSpPr/>
            <p:nvPr/>
          </p:nvSpPr>
          <p:spPr>
            <a:xfrm>
              <a:off x="6257365" y="3083859"/>
              <a:ext cx="1855694" cy="1192306"/>
            </a:xfrm>
            <a:prstGeom prst="leftArrow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F40B9B83-5ED4-4EA7-9982-24A3FC3D8AA9}"/>
              </a:ext>
            </a:extLst>
          </p:cNvPr>
          <p:cNvGrpSpPr/>
          <p:nvPr/>
        </p:nvGrpSpPr>
        <p:grpSpPr>
          <a:xfrm rot="10800000">
            <a:off x="7339690" y="800780"/>
            <a:ext cx="639664" cy="623047"/>
            <a:chOff x="6158752" y="2985246"/>
            <a:chExt cx="2151529" cy="1353671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88DFC765-93D6-41B7-A861-49D3B93508CC}"/>
                </a:ext>
              </a:extLst>
            </p:cNvPr>
            <p:cNvSpPr/>
            <p:nvPr/>
          </p:nvSpPr>
          <p:spPr>
            <a:xfrm>
              <a:off x="6158752" y="2985246"/>
              <a:ext cx="2151529" cy="135367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矢印: 左 15">
              <a:extLst>
                <a:ext uri="{FF2B5EF4-FFF2-40B4-BE49-F238E27FC236}">
                  <a16:creationId xmlns:a16="http://schemas.microsoft.com/office/drawing/2014/main" id="{B215E1CB-8D25-4DCF-A27D-63A6D2A65B70}"/>
                </a:ext>
              </a:extLst>
            </p:cNvPr>
            <p:cNvSpPr/>
            <p:nvPr/>
          </p:nvSpPr>
          <p:spPr>
            <a:xfrm>
              <a:off x="6257364" y="3083859"/>
              <a:ext cx="1855694" cy="1192306"/>
            </a:xfrm>
            <a:prstGeom prst="leftArrow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C5FD4179-6F75-47C0-A524-947665D84718}"/>
              </a:ext>
            </a:extLst>
          </p:cNvPr>
          <p:cNvGrpSpPr/>
          <p:nvPr/>
        </p:nvGrpSpPr>
        <p:grpSpPr>
          <a:xfrm rot="10800000">
            <a:off x="685069" y="783271"/>
            <a:ext cx="190422" cy="189345"/>
            <a:chOff x="6158752" y="2985246"/>
            <a:chExt cx="2151529" cy="1353671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235D10DA-4CE3-4AD8-8A1E-D4CE58FB59A4}"/>
                </a:ext>
              </a:extLst>
            </p:cNvPr>
            <p:cNvSpPr/>
            <p:nvPr/>
          </p:nvSpPr>
          <p:spPr>
            <a:xfrm>
              <a:off x="6158752" y="2985246"/>
              <a:ext cx="2151529" cy="135367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矢印: 左 18">
              <a:extLst>
                <a:ext uri="{FF2B5EF4-FFF2-40B4-BE49-F238E27FC236}">
                  <a16:creationId xmlns:a16="http://schemas.microsoft.com/office/drawing/2014/main" id="{A5390512-F30A-404E-867A-A13F2344F31E}"/>
                </a:ext>
              </a:extLst>
            </p:cNvPr>
            <p:cNvSpPr/>
            <p:nvPr/>
          </p:nvSpPr>
          <p:spPr>
            <a:xfrm>
              <a:off x="6257365" y="3083859"/>
              <a:ext cx="1855694" cy="1192306"/>
            </a:xfrm>
            <a:prstGeom prst="leftArrow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7942AD19-3AD5-41AB-BE1D-5B5181E3A064}"/>
              </a:ext>
            </a:extLst>
          </p:cNvPr>
          <p:cNvGrpSpPr/>
          <p:nvPr/>
        </p:nvGrpSpPr>
        <p:grpSpPr>
          <a:xfrm rot="16200000">
            <a:off x="2804331" y="789429"/>
            <a:ext cx="190422" cy="189345"/>
            <a:chOff x="6158752" y="2985246"/>
            <a:chExt cx="2151529" cy="1353671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2EFE4C01-8667-4D79-A7CB-0AE7BC8F6AE2}"/>
                </a:ext>
              </a:extLst>
            </p:cNvPr>
            <p:cNvSpPr/>
            <p:nvPr/>
          </p:nvSpPr>
          <p:spPr>
            <a:xfrm>
              <a:off x="6158752" y="2985246"/>
              <a:ext cx="2151529" cy="135367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矢印: 左 21">
              <a:extLst>
                <a:ext uri="{FF2B5EF4-FFF2-40B4-BE49-F238E27FC236}">
                  <a16:creationId xmlns:a16="http://schemas.microsoft.com/office/drawing/2014/main" id="{D066A790-0A22-4A66-B8AD-A97D26E04F80}"/>
                </a:ext>
              </a:extLst>
            </p:cNvPr>
            <p:cNvSpPr/>
            <p:nvPr/>
          </p:nvSpPr>
          <p:spPr>
            <a:xfrm>
              <a:off x="6257365" y="3083859"/>
              <a:ext cx="1855694" cy="1192306"/>
            </a:xfrm>
            <a:prstGeom prst="leftArrow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1159A306-FB82-4C4D-9A7B-F3A3CA2D55DD}"/>
              </a:ext>
            </a:extLst>
          </p:cNvPr>
          <p:cNvGrpSpPr/>
          <p:nvPr/>
        </p:nvGrpSpPr>
        <p:grpSpPr>
          <a:xfrm>
            <a:off x="2638341" y="5189979"/>
            <a:ext cx="190422" cy="189345"/>
            <a:chOff x="6158752" y="2985246"/>
            <a:chExt cx="2151529" cy="1353671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6F26167A-4A6E-4D26-BA68-34502FC943F7}"/>
                </a:ext>
              </a:extLst>
            </p:cNvPr>
            <p:cNvSpPr/>
            <p:nvPr/>
          </p:nvSpPr>
          <p:spPr>
            <a:xfrm>
              <a:off x="6158752" y="2985246"/>
              <a:ext cx="2151529" cy="135367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矢印: 左 24">
              <a:extLst>
                <a:ext uri="{FF2B5EF4-FFF2-40B4-BE49-F238E27FC236}">
                  <a16:creationId xmlns:a16="http://schemas.microsoft.com/office/drawing/2014/main" id="{EF98E7D4-1F00-48FE-A47F-4EEBF03B59F5}"/>
                </a:ext>
              </a:extLst>
            </p:cNvPr>
            <p:cNvSpPr/>
            <p:nvPr/>
          </p:nvSpPr>
          <p:spPr>
            <a:xfrm>
              <a:off x="6257365" y="3083859"/>
              <a:ext cx="1855694" cy="1192306"/>
            </a:xfrm>
            <a:prstGeom prst="leftArrow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EDC941F0-304B-4E41-BFB5-A34783590ACC}"/>
              </a:ext>
            </a:extLst>
          </p:cNvPr>
          <p:cNvGrpSpPr/>
          <p:nvPr/>
        </p:nvGrpSpPr>
        <p:grpSpPr>
          <a:xfrm rot="5400000">
            <a:off x="2654634" y="5403672"/>
            <a:ext cx="190422" cy="189345"/>
            <a:chOff x="6158752" y="2985246"/>
            <a:chExt cx="2151529" cy="1353671"/>
          </a:xfrm>
        </p:grpSpPr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95B6A892-F85B-46BE-8F84-ACDDA840C810}"/>
                </a:ext>
              </a:extLst>
            </p:cNvPr>
            <p:cNvSpPr/>
            <p:nvPr/>
          </p:nvSpPr>
          <p:spPr>
            <a:xfrm>
              <a:off x="6158752" y="2985246"/>
              <a:ext cx="2151529" cy="135367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矢印: 左 27">
              <a:extLst>
                <a:ext uri="{FF2B5EF4-FFF2-40B4-BE49-F238E27FC236}">
                  <a16:creationId xmlns:a16="http://schemas.microsoft.com/office/drawing/2014/main" id="{657E0494-25EB-4D51-99AA-C93F9DDF4A27}"/>
                </a:ext>
              </a:extLst>
            </p:cNvPr>
            <p:cNvSpPr/>
            <p:nvPr/>
          </p:nvSpPr>
          <p:spPr>
            <a:xfrm>
              <a:off x="6257365" y="3083859"/>
              <a:ext cx="1855694" cy="1192306"/>
            </a:xfrm>
            <a:prstGeom prst="leftArrow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29960A9-BB3C-4AAC-B99E-11A0786A5A9D}"/>
              </a:ext>
            </a:extLst>
          </p:cNvPr>
          <p:cNvSpPr/>
          <p:nvPr/>
        </p:nvSpPr>
        <p:spPr>
          <a:xfrm flipV="1">
            <a:off x="2655172" y="3361055"/>
            <a:ext cx="1390230" cy="13294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F81C7BE-2E4E-4C86-8430-E9D23555C545}"/>
              </a:ext>
            </a:extLst>
          </p:cNvPr>
          <p:cNvSpPr/>
          <p:nvPr/>
        </p:nvSpPr>
        <p:spPr>
          <a:xfrm>
            <a:off x="8552057" y="6496781"/>
            <a:ext cx="3241045" cy="3308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Picture 2" descr="バッテリーアイコン 充電残量イラスト - No: 24058656｜無料イラスト・フリー素材なら「イラストAC」">
            <a:extLst>
              <a:ext uri="{FF2B5EF4-FFF2-40B4-BE49-F238E27FC236}">
                <a16:creationId xmlns:a16="http://schemas.microsoft.com/office/drawing/2014/main" id="{0901B82F-503D-4218-8430-A90590B7B8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61" t="4636" r="36032" b="51453"/>
          <a:stretch/>
        </p:blipFill>
        <p:spPr bwMode="auto">
          <a:xfrm>
            <a:off x="102500" y="3468112"/>
            <a:ext cx="1165139" cy="175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F321F3B-6A5F-496A-B573-4C04E3BF6C25}"/>
              </a:ext>
            </a:extLst>
          </p:cNvPr>
          <p:cNvSpPr/>
          <p:nvPr/>
        </p:nvSpPr>
        <p:spPr>
          <a:xfrm flipH="1">
            <a:off x="6380935" y="3618792"/>
            <a:ext cx="1390230" cy="25288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3" name="Picture 2" descr="歩くおじいさんのイラスト | かわいいフリー素材集 いらすとや">
            <a:extLst>
              <a:ext uri="{FF2B5EF4-FFF2-40B4-BE49-F238E27FC236}">
                <a16:creationId xmlns:a16="http://schemas.microsoft.com/office/drawing/2014/main" id="{92DE87E3-E84B-4B7C-833A-C76BEE8DC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111665" y="1067723"/>
            <a:ext cx="1530889" cy="224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E87A9D53-5CB9-419D-B369-6A0786CE6892}"/>
              </a:ext>
            </a:extLst>
          </p:cNvPr>
          <p:cNvGrpSpPr/>
          <p:nvPr/>
        </p:nvGrpSpPr>
        <p:grpSpPr>
          <a:xfrm>
            <a:off x="1458953" y="3308899"/>
            <a:ext cx="512970" cy="2838741"/>
            <a:chOff x="1396837" y="3308899"/>
            <a:chExt cx="189347" cy="2528848"/>
          </a:xfrm>
        </p:grpSpPr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161ADFF4-421F-44B2-8767-BF0CE5495AB7}"/>
                </a:ext>
              </a:extLst>
            </p:cNvPr>
            <p:cNvSpPr/>
            <p:nvPr/>
          </p:nvSpPr>
          <p:spPr>
            <a:xfrm flipH="1">
              <a:off x="1396837" y="3308899"/>
              <a:ext cx="189347" cy="25288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2BB943A9-120A-401B-B20D-13C28B8C7932}"/>
                </a:ext>
              </a:extLst>
            </p:cNvPr>
            <p:cNvCxnSpPr/>
            <p:nvPr/>
          </p:nvCxnSpPr>
          <p:spPr>
            <a:xfrm>
              <a:off x="1396837" y="3964387"/>
              <a:ext cx="18934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F00E6F8A-27CE-420D-A0F8-5232E7420F1E}"/>
                </a:ext>
              </a:extLst>
            </p:cNvPr>
            <p:cNvCxnSpPr/>
            <p:nvPr/>
          </p:nvCxnSpPr>
          <p:spPr>
            <a:xfrm>
              <a:off x="1396837" y="4700987"/>
              <a:ext cx="18934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CBB54CE8-62E4-4DC6-ADA8-BCBBF45E7FCB}"/>
                </a:ext>
              </a:extLst>
            </p:cNvPr>
            <p:cNvCxnSpPr/>
            <p:nvPr/>
          </p:nvCxnSpPr>
          <p:spPr>
            <a:xfrm>
              <a:off x="1396837" y="5310587"/>
              <a:ext cx="18934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75594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F40B9B83-5ED4-4EA7-9982-24A3FC3D8AA9}"/>
              </a:ext>
            </a:extLst>
          </p:cNvPr>
          <p:cNvGrpSpPr/>
          <p:nvPr/>
        </p:nvGrpSpPr>
        <p:grpSpPr>
          <a:xfrm rot="10800000">
            <a:off x="582978" y="1918662"/>
            <a:ext cx="5807773" cy="4622283"/>
            <a:chOff x="6158752" y="2985246"/>
            <a:chExt cx="2151529" cy="1353671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88DFC765-93D6-41B7-A861-49D3B93508CC}"/>
                </a:ext>
              </a:extLst>
            </p:cNvPr>
            <p:cNvSpPr/>
            <p:nvPr/>
          </p:nvSpPr>
          <p:spPr>
            <a:xfrm>
              <a:off x="6158752" y="2985246"/>
              <a:ext cx="2151529" cy="135367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矢印: 左 15">
              <a:extLst>
                <a:ext uri="{FF2B5EF4-FFF2-40B4-BE49-F238E27FC236}">
                  <a16:creationId xmlns:a16="http://schemas.microsoft.com/office/drawing/2014/main" id="{B215E1CB-8D25-4DCF-A27D-63A6D2A65B70}"/>
                </a:ext>
              </a:extLst>
            </p:cNvPr>
            <p:cNvSpPr/>
            <p:nvPr/>
          </p:nvSpPr>
          <p:spPr>
            <a:xfrm>
              <a:off x="6257364" y="3083859"/>
              <a:ext cx="1855694" cy="1192306"/>
            </a:xfrm>
            <a:prstGeom prst="leftArrow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pic>
        <p:nvPicPr>
          <p:cNvPr id="1026" name="Picture 2" descr="歩くおじいさんのイラスト | かわいいフリー素材集 いらすとや">
            <a:extLst>
              <a:ext uri="{FF2B5EF4-FFF2-40B4-BE49-F238E27FC236}">
                <a16:creationId xmlns:a16="http://schemas.microsoft.com/office/drawing/2014/main" id="{86A8D324-E908-4C9E-809F-7794C27AC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88942" y="1242758"/>
            <a:ext cx="1530889" cy="224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FB27912E-F880-49B9-A20E-BE6D9BCFF84E}"/>
              </a:ext>
            </a:extLst>
          </p:cNvPr>
          <p:cNvGrpSpPr/>
          <p:nvPr/>
        </p:nvGrpSpPr>
        <p:grpSpPr>
          <a:xfrm rot="5400000">
            <a:off x="478294" y="16012"/>
            <a:ext cx="1778356" cy="1729315"/>
            <a:chOff x="6158752" y="2985246"/>
            <a:chExt cx="2151529" cy="1353671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E2CEA9CD-05DC-4C97-9E6C-6F8F1EC67EA6}"/>
                </a:ext>
              </a:extLst>
            </p:cNvPr>
            <p:cNvSpPr/>
            <p:nvPr/>
          </p:nvSpPr>
          <p:spPr>
            <a:xfrm>
              <a:off x="6158752" y="2985246"/>
              <a:ext cx="2151529" cy="135367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矢印: 左 1">
              <a:extLst>
                <a:ext uri="{FF2B5EF4-FFF2-40B4-BE49-F238E27FC236}">
                  <a16:creationId xmlns:a16="http://schemas.microsoft.com/office/drawing/2014/main" id="{D014D750-6A57-4FD3-B5FF-148F7CFB0E9C}"/>
                </a:ext>
              </a:extLst>
            </p:cNvPr>
            <p:cNvSpPr/>
            <p:nvPr/>
          </p:nvSpPr>
          <p:spPr>
            <a:xfrm>
              <a:off x="6257365" y="3083859"/>
              <a:ext cx="1855694" cy="1192306"/>
            </a:xfrm>
            <a:prstGeom prst="leftArrow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257764C-AEC3-4C56-BB14-E897A7698BE2}"/>
              </a:ext>
            </a:extLst>
          </p:cNvPr>
          <p:cNvSpPr/>
          <p:nvPr/>
        </p:nvSpPr>
        <p:spPr>
          <a:xfrm>
            <a:off x="5643213" y="4261976"/>
            <a:ext cx="2903401" cy="6859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5C9B01A-1FF1-4CAE-9709-25E40E3B1448}"/>
              </a:ext>
            </a:extLst>
          </p:cNvPr>
          <p:cNvSpPr/>
          <p:nvPr/>
        </p:nvSpPr>
        <p:spPr>
          <a:xfrm>
            <a:off x="-291248" y="-157323"/>
            <a:ext cx="5169975" cy="3111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CA5788A4-6F79-48F3-A057-5F261CD63EAE}"/>
              </a:ext>
            </a:extLst>
          </p:cNvPr>
          <p:cNvGrpSpPr/>
          <p:nvPr/>
        </p:nvGrpSpPr>
        <p:grpSpPr>
          <a:xfrm rot="10454468">
            <a:off x="4541606" y="3809898"/>
            <a:ext cx="583725" cy="625303"/>
            <a:chOff x="6158753" y="2985246"/>
            <a:chExt cx="2151529" cy="1353671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AAE89079-7D65-4FB0-AED8-7EF0F4EED908}"/>
                </a:ext>
              </a:extLst>
            </p:cNvPr>
            <p:cNvSpPr/>
            <p:nvPr/>
          </p:nvSpPr>
          <p:spPr>
            <a:xfrm>
              <a:off x="6158753" y="2985246"/>
              <a:ext cx="2151529" cy="135367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矢印: 左 9">
              <a:extLst>
                <a:ext uri="{FF2B5EF4-FFF2-40B4-BE49-F238E27FC236}">
                  <a16:creationId xmlns:a16="http://schemas.microsoft.com/office/drawing/2014/main" id="{DED0DAC0-2A2D-4E98-838E-7BA5ACD95B5C}"/>
                </a:ext>
              </a:extLst>
            </p:cNvPr>
            <p:cNvSpPr/>
            <p:nvPr/>
          </p:nvSpPr>
          <p:spPr>
            <a:xfrm>
              <a:off x="6257365" y="3083859"/>
              <a:ext cx="1855694" cy="1192306"/>
            </a:xfrm>
            <a:prstGeom prst="leftArrow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F81C7BE-2E4E-4C86-8430-E9D23555C545}"/>
              </a:ext>
            </a:extLst>
          </p:cNvPr>
          <p:cNvSpPr/>
          <p:nvPr/>
        </p:nvSpPr>
        <p:spPr>
          <a:xfrm>
            <a:off x="0" y="6485206"/>
            <a:ext cx="12269821" cy="358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8FD4C9B7-1EC4-45B1-8D52-9E975B103592}"/>
              </a:ext>
            </a:extLst>
          </p:cNvPr>
          <p:cNvSpPr/>
          <p:nvPr/>
        </p:nvSpPr>
        <p:spPr>
          <a:xfrm>
            <a:off x="8371515" y="4096521"/>
            <a:ext cx="175099" cy="256810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39043C2-9D2C-4A60-AD06-12E828A59BA8}"/>
              </a:ext>
            </a:extLst>
          </p:cNvPr>
          <p:cNvSpPr/>
          <p:nvPr/>
        </p:nvSpPr>
        <p:spPr>
          <a:xfrm>
            <a:off x="11525007" y="3429000"/>
            <a:ext cx="697559" cy="31119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1313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A865C44-5D90-4FBD-A6F7-A05CAEAEF8BA}"/>
              </a:ext>
            </a:extLst>
          </p:cNvPr>
          <p:cNvGrpSpPr/>
          <p:nvPr/>
        </p:nvGrpSpPr>
        <p:grpSpPr>
          <a:xfrm>
            <a:off x="1122557" y="2357929"/>
            <a:ext cx="4320000" cy="2160000"/>
            <a:chOff x="184725" y="368955"/>
            <a:chExt cx="4442693" cy="2232253"/>
          </a:xfrm>
        </p:grpSpPr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1EE86D00-81D4-4EA1-A04B-E637EC7C5EC4}"/>
                </a:ext>
              </a:extLst>
            </p:cNvPr>
            <p:cNvGrpSpPr/>
            <p:nvPr/>
          </p:nvGrpSpPr>
          <p:grpSpPr>
            <a:xfrm>
              <a:off x="184725" y="368955"/>
              <a:ext cx="4442693" cy="2232253"/>
              <a:chOff x="969816" y="538656"/>
              <a:chExt cx="3519057" cy="1576471"/>
            </a:xfrm>
          </p:grpSpPr>
          <p:sp>
            <p:nvSpPr>
              <p:cNvPr id="3" name="正方形/長方形 2">
                <a:extLst>
                  <a:ext uri="{FF2B5EF4-FFF2-40B4-BE49-F238E27FC236}">
                    <a16:creationId xmlns:a16="http://schemas.microsoft.com/office/drawing/2014/main" id="{2618556D-49CA-4EAD-940B-170CBD9C58FE}"/>
                  </a:ext>
                </a:extLst>
              </p:cNvPr>
              <p:cNvSpPr/>
              <p:nvPr/>
            </p:nvSpPr>
            <p:spPr>
              <a:xfrm>
                <a:off x="969816" y="538656"/>
                <a:ext cx="3519057" cy="1576471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4" name="グループ化 3">
                <a:extLst>
                  <a:ext uri="{FF2B5EF4-FFF2-40B4-BE49-F238E27FC236}">
                    <a16:creationId xmlns:a16="http://schemas.microsoft.com/office/drawing/2014/main" id="{C3BD56E4-9248-44A7-BE61-08AA61C7419E}"/>
                  </a:ext>
                </a:extLst>
              </p:cNvPr>
              <p:cNvGrpSpPr/>
              <p:nvPr/>
            </p:nvGrpSpPr>
            <p:grpSpPr>
              <a:xfrm>
                <a:off x="1154518" y="955079"/>
                <a:ext cx="3178512" cy="1043485"/>
                <a:chOff x="1052946" y="1607126"/>
                <a:chExt cx="3020002" cy="972073"/>
              </a:xfrm>
            </p:grpSpPr>
            <p:pic>
              <p:nvPicPr>
                <p:cNvPr id="7" name="Picture 2" descr="歩くおじいさんのイラスト | かわいいフリー素材集 いらすとや">
                  <a:extLst>
                    <a:ext uri="{FF2B5EF4-FFF2-40B4-BE49-F238E27FC236}">
                      <a16:creationId xmlns:a16="http://schemas.microsoft.com/office/drawing/2014/main" id="{E1760376-2E92-4C30-AEF6-442264E56F2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1371455" y="1607126"/>
                  <a:ext cx="567863" cy="83204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444F2557-E959-4245-8374-A44AA6B80675}"/>
                    </a:ext>
                  </a:extLst>
                </p:cNvPr>
                <p:cNvSpPr/>
                <p:nvPr/>
              </p:nvSpPr>
              <p:spPr>
                <a:xfrm>
                  <a:off x="1052946" y="2412229"/>
                  <a:ext cx="1025236" cy="16697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9" name="正方形/長方形 8">
                  <a:extLst>
                    <a:ext uri="{FF2B5EF4-FFF2-40B4-BE49-F238E27FC236}">
                      <a16:creationId xmlns:a16="http://schemas.microsoft.com/office/drawing/2014/main" id="{E09501FE-6A54-45E3-8FEF-42343EEA5DFB}"/>
                    </a:ext>
                  </a:extLst>
                </p:cNvPr>
                <p:cNvSpPr/>
                <p:nvPr/>
              </p:nvSpPr>
              <p:spPr>
                <a:xfrm>
                  <a:off x="3047712" y="2412229"/>
                  <a:ext cx="1025236" cy="16697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dirty="0"/>
                    <a:t>　</a:t>
                  </a:r>
                </a:p>
              </p:txBody>
            </p:sp>
          </p:grpSp>
        </p:grp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315878C7-6CDA-4D73-8BC4-477DA30154A9}"/>
                </a:ext>
              </a:extLst>
            </p:cNvPr>
            <p:cNvGrpSpPr/>
            <p:nvPr/>
          </p:nvGrpSpPr>
          <p:grpSpPr>
            <a:xfrm>
              <a:off x="271686" y="439378"/>
              <a:ext cx="292438" cy="632041"/>
              <a:chOff x="769744" y="2979377"/>
              <a:chExt cx="720000" cy="1343240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A2B75457-B140-40F5-9252-F968AE1E031D}"/>
                  </a:ext>
                </a:extLst>
              </p:cNvPr>
              <p:cNvSpPr/>
              <p:nvPr/>
            </p:nvSpPr>
            <p:spPr>
              <a:xfrm>
                <a:off x="769744" y="3189060"/>
                <a:ext cx="720000" cy="113355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9B51CD0B-476C-4475-9C1B-47954D1ED838}"/>
                  </a:ext>
                </a:extLst>
              </p:cNvPr>
              <p:cNvSpPr/>
              <p:nvPr/>
            </p:nvSpPr>
            <p:spPr>
              <a:xfrm>
                <a:off x="940508" y="2979377"/>
                <a:ext cx="360000" cy="20968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BFAA7E64-5A1C-4690-B9BA-FCD9A8CF5EA7}"/>
                  </a:ext>
                </a:extLst>
              </p:cNvPr>
              <p:cNvSpPr/>
              <p:nvPr/>
            </p:nvSpPr>
            <p:spPr>
              <a:xfrm>
                <a:off x="839289" y="3253289"/>
                <a:ext cx="575042" cy="213369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A778878A-2F39-47CF-BB60-3EFE71357C43}"/>
                  </a:ext>
                </a:extLst>
              </p:cNvPr>
              <p:cNvSpPr/>
              <p:nvPr/>
            </p:nvSpPr>
            <p:spPr>
              <a:xfrm>
                <a:off x="839289" y="3515692"/>
                <a:ext cx="575042" cy="213369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9E10F16E-DF92-4E40-AF66-2A8A02403150}"/>
                  </a:ext>
                </a:extLst>
              </p:cNvPr>
              <p:cNvSpPr/>
              <p:nvPr/>
            </p:nvSpPr>
            <p:spPr>
              <a:xfrm>
                <a:off x="839289" y="3785691"/>
                <a:ext cx="575042" cy="213369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39FD803D-F523-482B-8888-7736FE97CAA4}"/>
                  </a:ext>
                </a:extLst>
              </p:cNvPr>
              <p:cNvSpPr/>
              <p:nvPr/>
            </p:nvSpPr>
            <p:spPr>
              <a:xfrm>
                <a:off x="839290" y="4075630"/>
                <a:ext cx="575041" cy="21337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</p:grpSp>
      </p:grpSp>
      <p:pic>
        <p:nvPicPr>
          <p:cNvPr id="51" name="Picture 2" descr="いろいろなカーソルのイラスト | かわいいフリー素材集 いらすとや">
            <a:extLst>
              <a:ext uri="{FF2B5EF4-FFF2-40B4-BE49-F238E27FC236}">
                <a16:creationId xmlns:a16="http://schemas.microsoft.com/office/drawing/2014/main" id="{5E8C8212-6BCF-4E48-B206-C6BAE5914B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67" b="45128" l="53333" r="83590">
                        <a14:foregroundMark x1="70769" y1="27692" x2="70769" y2="27692"/>
                        <a14:foregroundMark x1="70769" y1="23077" x2="70769" y2="23077"/>
                        <a14:foregroundMark x1="70769" y1="15897" x2="66667" y2="43590"/>
                        <a14:foregroundMark x1="66667" y1="43590" x2="68205" y2="15385"/>
                        <a14:foregroundMark x1="68205" y1="15385" x2="69231" y2="42051"/>
                        <a14:foregroundMark x1="69231" y1="42051" x2="71795" y2="25128"/>
                        <a14:foregroundMark x1="65641" y1="23077" x2="65641" y2="23077"/>
                        <a14:foregroundMark x1="67692" y1="12821" x2="67692" y2="9231"/>
                        <a14:foregroundMark x1="69231" y1="9231" x2="65641" y2="6667"/>
                        <a14:backgroundMark x1="81538" y1="15897" x2="81538" y2="15897"/>
                        <a14:backgroundMark x1="82051" y1="11282" x2="82051" y2="112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816" r="12142" b="50000"/>
          <a:stretch/>
        </p:blipFill>
        <p:spPr bwMode="auto">
          <a:xfrm rot="19185891">
            <a:off x="2736413" y="2757756"/>
            <a:ext cx="310708" cy="379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2D9529C2-EE23-4764-B140-820BC947AFD1}"/>
              </a:ext>
            </a:extLst>
          </p:cNvPr>
          <p:cNvGrpSpPr/>
          <p:nvPr/>
        </p:nvGrpSpPr>
        <p:grpSpPr>
          <a:xfrm>
            <a:off x="6557636" y="130046"/>
            <a:ext cx="4320000" cy="2160000"/>
            <a:chOff x="184725" y="368955"/>
            <a:chExt cx="4442693" cy="2232253"/>
          </a:xfrm>
        </p:grpSpPr>
        <p:grpSp>
          <p:nvGrpSpPr>
            <p:cNvPr id="53" name="グループ化 52">
              <a:extLst>
                <a:ext uri="{FF2B5EF4-FFF2-40B4-BE49-F238E27FC236}">
                  <a16:creationId xmlns:a16="http://schemas.microsoft.com/office/drawing/2014/main" id="{ACC15F18-5737-488A-9471-832D777560E0}"/>
                </a:ext>
              </a:extLst>
            </p:cNvPr>
            <p:cNvGrpSpPr/>
            <p:nvPr/>
          </p:nvGrpSpPr>
          <p:grpSpPr>
            <a:xfrm>
              <a:off x="184725" y="368955"/>
              <a:ext cx="4442693" cy="2232253"/>
              <a:chOff x="969816" y="538656"/>
              <a:chExt cx="3519057" cy="1576471"/>
            </a:xfrm>
          </p:grpSpPr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FB9EB044-FE12-442B-AB2F-4B03BC8F8FC5}"/>
                  </a:ext>
                </a:extLst>
              </p:cNvPr>
              <p:cNvSpPr/>
              <p:nvPr/>
            </p:nvSpPr>
            <p:spPr>
              <a:xfrm>
                <a:off x="969816" y="538656"/>
                <a:ext cx="3519057" cy="1576471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62" name="グループ化 61">
                <a:extLst>
                  <a:ext uri="{FF2B5EF4-FFF2-40B4-BE49-F238E27FC236}">
                    <a16:creationId xmlns:a16="http://schemas.microsoft.com/office/drawing/2014/main" id="{23ADA759-1522-4147-B6D4-177BBF01B1D0}"/>
                  </a:ext>
                </a:extLst>
              </p:cNvPr>
              <p:cNvGrpSpPr/>
              <p:nvPr/>
            </p:nvGrpSpPr>
            <p:grpSpPr>
              <a:xfrm>
                <a:off x="1154518" y="955079"/>
                <a:ext cx="3178512" cy="1043485"/>
                <a:chOff x="1052946" y="1607126"/>
                <a:chExt cx="3020002" cy="972073"/>
              </a:xfrm>
            </p:grpSpPr>
            <p:pic>
              <p:nvPicPr>
                <p:cNvPr id="63" name="Picture 2" descr="歩くおじいさんのイラスト | かわいいフリー素材集 いらすとや">
                  <a:extLst>
                    <a:ext uri="{FF2B5EF4-FFF2-40B4-BE49-F238E27FC236}">
                      <a16:creationId xmlns:a16="http://schemas.microsoft.com/office/drawing/2014/main" id="{44BD6CA4-9FFF-4C3F-A72F-3015C522B36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1371455" y="1607126"/>
                  <a:ext cx="567863" cy="83204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64" name="正方形/長方形 63">
                  <a:extLst>
                    <a:ext uri="{FF2B5EF4-FFF2-40B4-BE49-F238E27FC236}">
                      <a16:creationId xmlns:a16="http://schemas.microsoft.com/office/drawing/2014/main" id="{012E263F-6A09-4D54-A910-6318E24BB233}"/>
                    </a:ext>
                  </a:extLst>
                </p:cNvPr>
                <p:cNvSpPr/>
                <p:nvPr/>
              </p:nvSpPr>
              <p:spPr>
                <a:xfrm>
                  <a:off x="1052946" y="2412229"/>
                  <a:ext cx="1025236" cy="16697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65" name="正方形/長方形 64">
                  <a:extLst>
                    <a:ext uri="{FF2B5EF4-FFF2-40B4-BE49-F238E27FC236}">
                      <a16:creationId xmlns:a16="http://schemas.microsoft.com/office/drawing/2014/main" id="{C933B736-5E25-40D8-A89F-D0252354513C}"/>
                    </a:ext>
                  </a:extLst>
                </p:cNvPr>
                <p:cNvSpPr/>
                <p:nvPr/>
              </p:nvSpPr>
              <p:spPr>
                <a:xfrm>
                  <a:off x="3047712" y="2412229"/>
                  <a:ext cx="1025236" cy="16697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dirty="0"/>
                    <a:t>　</a:t>
                  </a:r>
                </a:p>
              </p:txBody>
            </p:sp>
          </p:grpSp>
        </p:grpSp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F48C61FC-0D8A-4D92-B467-5C44215C15C1}"/>
                </a:ext>
              </a:extLst>
            </p:cNvPr>
            <p:cNvGrpSpPr/>
            <p:nvPr/>
          </p:nvGrpSpPr>
          <p:grpSpPr>
            <a:xfrm>
              <a:off x="271686" y="439378"/>
              <a:ext cx="292438" cy="632041"/>
              <a:chOff x="769744" y="2979377"/>
              <a:chExt cx="720000" cy="1343240"/>
            </a:xfrm>
          </p:grpSpPr>
          <p:sp>
            <p:nvSpPr>
              <p:cNvPr id="55" name="正方形/長方形 54">
                <a:extLst>
                  <a:ext uri="{FF2B5EF4-FFF2-40B4-BE49-F238E27FC236}">
                    <a16:creationId xmlns:a16="http://schemas.microsoft.com/office/drawing/2014/main" id="{71939CF1-B22C-4142-9AC8-CCB6C7423A52}"/>
                  </a:ext>
                </a:extLst>
              </p:cNvPr>
              <p:cNvSpPr/>
              <p:nvPr/>
            </p:nvSpPr>
            <p:spPr>
              <a:xfrm>
                <a:off x="769744" y="3189060"/>
                <a:ext cx="720000" cy="113355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736BF4CE-67F0-4BE5-BD12-D61D2356CE73}"/>
                  </a:ext>
                </a:extLst>
              </p:cNvPr>
              <p:cNvSpPr/>
              <p:nvPr/>
            </p:nvSpPr>
            <p:spPr>
              <a:xfrm>
                <a:off x="940508" y="2979377"/>
                <a:ext cx="360000" cy="20968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78FEF8C5-6CF2-4DD3-B927-4C3F87D4A1C1}"/>
                  </a:ext>
                </a:extLst>
              </p:cNvPr>
              <p:cNvSpPr/>
              <p:nvPr/>
            </p:nvSpPr>
            <p:spPr>
              <a:xfrm>
                <a:off x="839289" y="3253289"/>
                <a:ext cx="575042" cy="213369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5AC54699-B188-4C13-89DC-C3DBCC99EDAE}"/>
                  </a:ext>
                </a:extLst>
              </p:cNvPr>
              <p:cNvSpPr/>
              <p:nvPr/>
            </p:nvSpPr>
            <p:spPr>
              <a:xfrm>
                <a:off x="839289" y="3515692"/>
                <a:ext cx="575042" cy="213369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9" name="正方形/長方形 58">
                <a:extLst>
                  <a:ext uri="{FF2B5EF4-FFF2-40B4-BE49-F238E27FC236}">
                    <a16:creationId xmlns:a16="http://schemas.microsoft.com/office/drawing/2014/main" id="{2FE9F846-E86F-45DD-A2F5-AE07C8D68FAF}"/>
                  </a:ext>
                </a:extLst>
              </p:cNvPr>
              <p:cNvSpPr/>
              <p:nvPr/>
            </p:nvSpPr>
            <p:spPr>
              <a:xfrm>
                <a:off x="839289" y="3785691"/>
                <a:ext cx="575042" cy="213369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  <p:sp>
            <p:nvSpPr>
              <p:cNvPr id="60" name="正方形/長方形 59">
                <a:extLst>
                  <a:ext uri="{FF2B5EF4-FFF2-40B4-BE49-F238E27FC236}">
                    <a16:creationId xmlns:a16="http://schemas.microsoft.com/office/drawing/2014/main" id="{029B3B87-72A2-445F-8DFD-5ABA6DD93C75}"/>
                  </a:ext>
                </a:extLst>
              </p:cNvPr>
              <p:cNvSpPr/>
              <p:nvPr/>
            </p:nvSpPr>
            <p:spPr>
              <a:xfrm>
                <a:off x="839290" y="4075630"/>
                <a:ext cx="575041" cy="21337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</p:grp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7756AC24-5B63-4DBF-B504-E09376583554}"/>
              </a:ext>
            </a:extLst>
          </p:cNvPr>
          <p:cNvGrpSpPr/>
          <p:nvPr/>
        </p:nvGrpSpPr>
        <p:grpSpPr>
          <a:xfrm>
            <a:off x="6569482" y="2393709"/>
            <a:ext cx="4320000" cy="2160000"/>
            <a:chOff x="142969" y="2526670"/>
            <a:chExt cx="4486594" cy="1940808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E46CAB2B-79D7-43A1-8DE4-8277502DA7E7}"/>
                </a:ext>
              </a:extLst>
            </p:cNvPr>
            <p:cNvGrpSpPr/>
            <p:nvPr/>
          </p:nvGrpSpPr>
          <p:grpSpPr>
            <a:xfrm>
              <a:off x="142969" y="2526670"/>
              <a:ext cx="4486594" cy="1940808"/>
              <a:chOff x="184725" y="368955"/>
              <a:chExt cx="4442693" cy="2232253"/>
            </a:xfrm>
          </p:grpSpPr>
          <p:grpSp>
            <p:nvGrpSpPr>
              <p:cNvPr id="20" name="グループ化 19">
                <a:extLst>
                  <a:ext uri="{FF2B5EF4-FFF2-40B4-BE49-F238E27FC236}">
                    <a16:creationId xmlns:a16="http://schemas.microsoft.com/office/drawing/2014/main" id="{C8FA88CE-1B54-40E8-AB74-5CD2D8A41042}"/>
                  </a:ext>
                </a:extLst>
              </p:cNvPr>
              <p:cNvGrpSpPr/>
              <p:nvPr/>
            </p:nvGrpSpPr>
            <p:grpSpPr>
              <a:xfrm>
                <a:off x="184725" y="368955"/>
                <a:ext cx="4442693" cy="2232253"/>
                <a:chOff x="969816" y="538656"/>
                <a:chExt cx="3519057" cy="1576471"/>
              </a:xfrm>
            </p:grpSpPr>
            <p:sp>
              <p:nvSpPr>
                <p:cNvPr id="28" name="正方形/長方形 27">
                  <a:extLst>
                    <a:ext uri="{FF2B5EF4-FFF2-40B4-BE49-F238E27FC236}">
                      <a16:creationId xmlns:a16="http://schemas.microsoft.com/office/drawing/2014/main" id="{F11E7C75-F6E9-4219-9254-38A0BA395A7C}"/>
                    </a:ext>
                  </a:extLst>
                </p:cNvPr>
                <p:cNvSpPr/>
                <p:nvPr/>
              </p:nvSpPr>
              <p:spPr>
                <a:xfrm>
                  <a:off x="969816" y="538656"/>
                  <a:ext cx="3519057" cy="1576471"/>
                </a:xfrm>
                <a:prstGeom prst="rect">
                  <a:avLst/>
                </a:prstGeom>
                <a:noFill/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grpSp>
              <p:nvGrpSpPr>
                <p:cNvPr id="29" name="グループ化 28">
                  <a:extLst>
                    <a:ext uri="{FF2B5EF4-FFF2-40B4-BE49-F238E27FC236}">
                      <a16:creationId xmlns:a16="http://schemas.microsoft.com/office/drawing/2014/main" id="{60BC341F-A39E-4C93-B47A-CCFFA4267397}"/>
                    </a:ext>
                  </a:extLst>
                </p:cNvPr>
                <p:cNvGrpSpPr/>
                <p:nvPr/>
              </p:nvGrpSpPr>
              <p:grpSpPr>
                <a:xfrm>
                  <a:off x="1154518" y="719196"/>
                  <a:ext cx="3178512" cy="1279370"/>
                  <a:chOff x="1052946" y="1387385"/>
                  <a:chExt cx="3020002" cy="1191814"/>
                </a:xfrm>
              </p:grpSpPr>
              <p:sp>
                <p:nvSpPr>
                  <p:cNvPr id="30" name="正方形/長方形 29">
                    <a:extLst>
                      <a:ext uri="{FF2B5EF4-FFF2-40B4-BE49-F238E27FC236}">
                        <a16:creationId xmlns:a16="http://schemas.microsoft.com/office/drawing/2014/main" id="{F073B5E7-CA5C-438D-9F10-2A1FA3AC8D57}"/>
                      </a:ext>
                    </a:extLst>
                  </p:cNvPr>
                  <p:cNvSpPr/>
                  <p:nvPr/>
                </p:nvSpPr>
                <p:spPr>
                  <a:xfrm>
                    <a:off x="2008581" y="1387385"/>
                    <a:ext cx="1025236" cy="9157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  <a:alpha val="29000"/>
                    </a:schemeClr>
                  </a:solidFill>
                  <a:ln w="28575">
                    <a:prstDash val="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pic>
                <p:nvPicPr>
                  <p:cNvPr id="32" name="Picture 2" descr="歩くおじいさんのイラスト | かわいいフリー素材集 いらすとや">
                    <a:extLst>
                      <a:ext uri="{FF2B5EF4-FFF2-40B4-BE49-F238E27FC236}">
                        <a16:creationId xmlns:a16="http://schemas.microsoft.com/office/drawing/2014/main" id="{5367F9EE-BB9E-4C3B-82CB-E3A4FBC6E16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1371455" y="1607126"/>
                    <a:ext cx="567863" cy="832043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33" name="正方形/長方形 32">
                    <a:extLst>
                      <a:ext uri="{FF2B5EF4-FFF2-40B4-BE49-F238E27FC236}">
                        <a16:creationId xmlns:a16="http://schemas.microsoft.com/office/drawing/2014/main" id="{488D2FDA-8325-4CC2-9B0D-B25E1F5D0B71}"/>
                      </a:ext>
                    </a:extLst>
                  </p:cNvPr>
                  <p:cNvSpPr/>
                  <p:nvPr/>
                </p:nvSpPr>
                <p:spPr>
                  <a:xfrm>
                    <a:off x="1052946" y="2412229"/>
                    <a:ext cx="1025236" cy="16697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4" name="正方形/長方形 33">
                    <a:extLst>
                      <a:ext uri="{FF2B5EF4-FFF2-40B4-BE49-F238E27FC236}">
                        <a16:creationId xmlns:a16="http://schemas.microsoft.com/office/drawing/2014/main" id="{A750EEB4-18AF-42ED-9C55-CEE508C84A3E}"/>
                      </a:ext>
                    </a:extLst>
                  </p:cNvPr>
                  <p:cNvSpPr/>
                  <p:nvPr/>
                </p:nvSpPr>
                <p:spPr>
                  <a:xfrm>
                    <a:off x="3047712" y="2412229"/>
                    <a:ext cx="1025236" cy="16697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ja-JP" altLang="en-US" dirty="0"/>
                      <a:t>　</a:t>
                    </a:r>
                  </a:p>
                </p:txBody>
              </p:sp>
            </p:grpSp>
          </p:grpSp>
          <p:grpSp>
            <p:nvGrpSpPr>
              <p:cNvPr id="21" name="グループ化 20">
                <a:extLst>
                  <a:ext uri="{FF2B5EF4-FFF2-40B4-BE49-F238E27FC236}">
                    <a16:creationId xmlns:a16="http://schemas.microsoft.com/office/drawing/2014/main" id="{CD579E37-CB9B-47DF-8F11-DC1525DDF11F}"/>
                  </a:ext>
                </a:extLst>
              </p:cNvPr>
              <p:cNvGrpSpPr/>
              <p:nvPr/>
            </p:nvGrpSpPr>
            <p:grpSpPr>
              <a:xfrm>
                <a:off x="271686" y="439378"/>
                <a:ext cx="292438" cy="632041"/>
                <a:chOff x="769744" y="2979377"/>
                <a:chExt cx="720000" cy="1343240"/>
              </a:xfrm>
            </p:grpSpPr>
            <p:sp>
              <p:nvSpPr>
                <p:cNvPr id="22" name="正方形/長方形 21">
                  <a:extLst>
                    <a:ext uri="{FF2B5EF4-FFF2-40B4-BE49-F238E27FC236}">
                      <a16:creationId xmlns:a16="http://schemas.microsoft.com/office/drawing/2014/main" id="{E868BBCA-73FF-4447-99D9-14F908AD4543}"/>
                    </a:ext>
                  </a:extLst>
                </p:cNvPr>
                <p:cNvSpPr/>
                <p:nvPr/>
              </p:nvSpPr>
              <p:spPr>
                <a:xfrm>
                  <a:off x="769744" y="3189060"/>
                  <a:ext cx="720000" cy="113355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3" name="正方形/長方形 22">
                  <a:extLst>
                    <a:ext uri="{FF2B5EF4-FFF2-40B4-BE49-F238E27FC236}">
                      <a16:creationId xmlns:a16="http://schemas.microsoft.com/office/drawing/2014/main" id="{18760825-AA05-456F-A5DA-9301909770F3}"/>
                    </a:ext>
                  </a:extLst>
                </p:cNvPr>
                <p:cNvSpPr/>
                <p:nvPr/>
              </p:nvSpPr>
              <p:spPr>
                <a:xfrm>
                  <a:off x="940508" y="2979377"/>
                  <a:ext cx="360000" cy="20968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4" name="正方形/長方形 23">
                  <a:extLst>
                    <a:ext uri="{FF2B5EF4-FFF2-40B4-BE49-F238E27FC236}">
                      <a16:creationId xmlns:a16="http://schemas.microsoft.com/office/drawing/2014/main" id="{1607F405-2005-4CBB-954A-496431AEA792}"/>
                    </a:ext>
                  </a:extLst>
                </p:cNvPr>
                <p:cNvSpPr/>
                <p:nvPr/>
              </p:nvSpPr>
              <p:spPr>
                <a:xfrm>
                  <a:off x="839289" y="3253289"/>
                  <a:ext cx="575042" cy="213369"/>
                </a:xfrm>
                <a:prstGeom prst="rect">
                  <a:avLst/>
                </a:prstGeom>
                <a:solidFill>
                  <a:srgbClr val="FFFF00"/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993A5FF1-5DF6-45CB-BB52-8C6B8F9C3652}"/>
                    </a:ext>
                  </a:extLst>
                </p:cNvPr>
                <p:cNvSpPr/>
                <p:nvPr/>
              </p:nvSpPr>
              <p:spPr>
                <a:xfrm>
                  <a:off x="839289" y="3515692"/>
                  <a:ext cx="575042" cy="213369"/>
                </a:xfrm>
                <a:prstGeom prst="rect">
                  <a:avLst/>
                </a:prstGeom>
                <a:solidFill>
                  <a:srgbClr val="FFFF00"/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2CD43118-E493-467F-97E2-D6454F54C44C}"/>
                    </a:ext>
                  </a:extLst>
                </p:cNvPr>
                <p:cNvSpPr/>
                <p:nvPr/>
              </p:nvSpPr>
              <p:spPr>
                <a:xfrm>
                  <a:off x="839289" y="3785691"/>
                  <a:ext cx="575042" cy="213369"/>
                </a:xfrm>
                <a:prstGeom prst="rect">
                  <a:avLst/>
                </a:prstGeom>
                <a:solidFill>
                  <a:srgbClr val="FFFF00"/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b="1" dirty="0"/>
                </a:p>
              </p:txBody>
            </p:sp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E59A2FB9-6BEE-43A7-B582-8392BCBCFE20}"/>
                    </a:ext>
                  </a:extLst>
                </p:cNvPr>
                <p:cNvSpPr/>
                <p:nvPr/>
              </p:nvSpPr>
              <p:spPr>
                <a:xfrm>
                  <a:off x="839290" y="4075630"/>
                  <a:ext cx="575041" cy="213370"/>
                </a:xfrm>
                <a:prstGeom prst="rect">
                  <a:avLst/>
                </a:prstGeom>
                <a:solidFill>
                  <a:srgbClr val="FFFF00"/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b="1" dirty="0"/>
                </a:p>
              </p:txBody>
            </p:sp>
          </p:grpSp>
        </p:grpSp>
        <p:pic>
          <p:nvPicPr>
            <p:cNvPr id="66" name="Picture 2" descr="いろいろなカーソルのイラスト | かわいいフリー素材集 いらすとや">
              <a:extLst>
                <a:ext uri="{FF2B5EF4-FFF2-40B4-BE49-F238E27FC236}">
                  <a16:creationId xmlns:a16="http://schemas.microsoft.com/office/drawing/2014/main" id="{9BBD6C62-D345-46A9-9E4B-3F31F2810B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6667" b="45128" l="53333" r="83590">
                          <a14:foregroundMark x1="70769" y1="27692" x2="70769" y2="27692"/>
                          <a14:foregroundMark x1="70769" y1="23077" x2="70769" y2="23077"/>
                          <a14:foregroundMark x1="70769" y1="15897" x2="66667" y2="43590"/>
                          <a14:foregroundMark x1="66667" y1="43590" x2="68205" y2="15385"/>
                          <a14:foregroundMark x1="68205" y1="15385" x2="69231" y2="42051"/>
                          <a14:foregroundMark x1="69231" y1="42051" x2="71795" y2="25128"/>
                          <a14:foregroundMark x1="65641" y1="23077" x2="65641" y2="23077"/>
                          <a14:foregroundMark x1="67692" y1="12821" x2="67692" y2="9231"/>
                          <a14:foregroundMark x1="69231" y1="9231" x2="65641" y2="6667"/>
                          <a14:backgroundMark x1="81538" y1="15897" x2="81538" y2="15897"/>
                          <a14:backgroundMark x1="82051" y1="11282" x2="82051" y2="1128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3816" r="12142" b="50000"/>
            <a:stretch/>
          </p:blipFill>
          <p:spPr bwMode="auto">
            <a:xfrm rot="19185891">
              <a:off x="3028978" y="2805797"/>
              <a:ext cx="310708" cy="3790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" name="矢印: 左 66">
              <a:extLst>
                <a:ext uri="{FF2B5EF4-FFF2-40B4-BE49-F238E27FC236}">
                  <a16:creationId xmlns:a16="http://schemas.microsoft.com/office/drawing/2014/main" id="{3535CF73-AAC7-4338-B292-435EA53736A7}"/>
                </a:ext>
              </a:extLst>
            </p:cNvPr>
            <p:cNvSpPr/>
            <p:nvPr/>
          </p:nvSpPr>
          <p:spPr>
            <a:xfrm rot="10800000">
              <a:off x="1970023" y="2767731"/>
              <a:ext cx="934705" cy="115004"/>
            </a:xfrm>
            <a:prstGeom prst="leftArrow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C1AA39A1-4D59-4A98-A68D-358488EF13E2}"/>
              </a:ext>
            </a:extLst>
          </p:cNvPr>
          <p:cNvGrpSpPr/>
          <p:nvPr/>
        </p:nvGrpSpPr>
        <p:grpSpPr>
          <a:xfrm>
            <a:off x="6569482" y="4638647"/>
            <a:ext cx="4320000" cy="2160000"/>
            <a:chOff x="184725" y="368955"/>
            <a:chExt cx="4442693" cy="2232253"/>
          </a:xfrm>
        </p:grpSpPr>
        <p:grpSp>
          <p:nvGrpSpPr>
            <p:cNvPr id="69" name="グループ化 68">
              <a:extLst>
                <a:ext uri="{FF2B5EF4-FFF2-40B4-BE49-F238E27FC236}">
                  <a16:creationId xmlns:a16="http://schemas.microsoft.com/office/drawing/2014/main" id="{AF8B0517-AE34-496F-B85B-FBC70AF1EEBE}"/>
                </a:ext>
              </a:extLst>
            </p:cNvPr>
            <p:cNvGrpSpPr/>
            <p:nvPr/>
          </p:nvGrpSpPr>
          <p:grpSpPr>
            <a:xfrm>
              <a:off x="184725" y="368955"/>
              <a:ext cx="4442693" cy="2232253"/>
              <a:chOff x="969816" y="538656"/>
              <a:chExt cx="3519057" cy="1576471"/>
            </a:xfrm>
          </p:grpSpPr>
          <p:sp>
            <p:nvSpPr>
              <p:cNvPr id="77" name="正方形/長方形 76">
                <a:extLst>
                  <a:ext uri="{FF2B5EF4-FFF2-40B4-BE49-F238E27FC236}">
                    <a16:creationId xmlns:a16="http://schemas.microsoft.com/office/drawing/2014/main" id="{8DA8FA2C-0815-4617-8D8B-114334B90616}"/>
                  </a:ext>
                </a:extLst>
              </p:cNvPr>
              <p:cNvSpPr/>
              <p:nvPr/>
            </p:nvSpPr>
            <p:spPr>
              <a:xfrm>
                <a:off x="969816" y="538656"/>
                <a:ext cx="3519057" cy="1576471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78" name="グループ化 77">
                <a:extLst>
                  <a:ext uri="{FF2B5EF4-FFF2-40B4-BE49-F238E27FC236}">
                    <a16:creationId xmlns:a16="http://schemas.microsoft.com/office/drawing/2014/main" id="{5D523F07-7B94-4E1C-AD45-D49C7D02C72E}"/>
                  </a:ext>
                </a:extLst>
              </p:cNvPr>
              <p:cNvGrpSpPr/>
              <p:nvPr/>
            </p:nvGrpSpPr>
            <p:grpSpPr>
              <a:xfrm>
                <a:off x="1154518" y="719196"/>
                <a:ext cx="3178512" cy="1279370"/>
                <a:chOff x="1052946" y="1387385"/>
                <a:chExt cx="3020002" cy="1191814"/>
              </a:xfrm>
            </p:grpSpPr>
            <p:sp>
              <p:nvSpPr>
                <p:cNvPr id="79" name="正方形/長方形 78">
                  <a:extLst>
                    <a:ext uri="{FF2B5EF4-FFF2-40B4-BE49-F238E27FC236}">
                      <a16:creationId xmlns:a16="http://schemas.microsoft.com/office/drawing/2014/main" id="{0CC26F44-930E-4D68-9E28-02D8D26B510C}"/>
                    </a:ext>
                  </a:extLst>
                </p:cNvPr>
                <p:cNvSpPr/>
                <p:nvPr/>
              </p:nvSpPr>
              <p:spPr>
                <a:xfrm>
                  <a:off x="2008581" y="1387385"/>
                  <a:ext cx="1025236" cy="832043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29000"/>
                  </a:schemeClr>
                </a:solidFill>
                <a:ln w="28575">
                  <a:prstDash val="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80" name="矢印: 左 79">
                  <a:extLst>
                    <a:ext uri="{FF2B5EF4-FFF2-40B4-BE49-F238E27FC236}">
                      <a16:creationId xmlns:a16="http://schemas.microsoft.com/office/drawing/2014/main" id="{EE749CC7-7239-4A64-88F1-51A6679743B5}"/>
                    </a:ext>
                  </a:extLst>
                </p:cNvPr>
                <p:cNvSpPr/>
                <p:nvPr/>
              </p:nvSpPr>
              <p:spPr>
                <a:xfrm rot="10800000">
                  <a:off x="2150731" y="1550287"/>
                  <a:ext cx="740935" cy="515152"/>
                </a:xfrm>
                <a:prstGeom prst="leftArrow">
                  <a:avLst/>
                </a:prstGeom>
                <a:solidFill>
                  <a:srgbClr val="FFFF00">
                    <a:alpha val="50000"/>
                  </a:srgbClr>
                </a:solidFill>
                <a:ln>
                  <a:solidFill>
                    <a:schemeClr val="accent1">
                      <a:shade val="50000"/>
                      <a:alpha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81" name="Picture 2" descr="歩くおじいさんのイラスト | かわいいフリー素材集 いらすとや">
                  <a:extLst>
                    <a:ext uri="{FF2B5EF4-FFF2-40B4-BE49-F238E27FC236}">
                      <a16:creationId xmlns:a16="http://schemas.microsoft.com/office/drawing/2014/main" id="{EF555D62-D674-4F61-A7DE-AAA5FA79905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1371455" y="1607126"/>
                  <a:ext cx="567863" cy="83204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386771C7-EF30-4F74-ACE3-083D03C38E49}"/>
                    </a:ext>
                  </a:extLst>
                </p:cNvPr>
                <p:cNvSpPr/>
                <p:nvPr/>
              </p:nvSpPr>
              <p:spPr>
                <a:xfrm>
                  <a:off x="1052946" y="2412229"/>
                  <a:ext cx="1025236" cy="16697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83" name="正方形/長方形 82">
                  <a:extLst>
                    <a:ext uri="{FF2B5EF4-FFF2-40B4-BE49-F238E27FC236}">
                      <a16:creationId xmlns:a16="http://schemas.microsoft.com/office/drawing/2014/main" id="{718519A8-35A0-4ADB-BDDB-D1240586EA08}"/>
                    </a:ext>
                  </a:extLst>
                </p:cNvPr>
                <p:cNvSpPr/>
                <p:nvPr/>
              </p:nvSpPr>
              <p:spPr>
                <a:xfrm>
                  <a:off x="3047712" y="2412229"/>
                  <a:ext cx="1025236" cy="16697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dirty="0"/>
                    <a:t>　</a:t>
                  </a:r>
                </a:p>
              </p:txBody>
            </p:sp>
          </p:grpSp>
        </p:grpSp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2162A90C-BABD-43E9-9B46-B9BF38579F45}"/>
                </a:ext>
              </a:extLst>
            </p:cNvPr>
            <p:cNvGrpSpPr/>
            <p:nvPr/>
          </p:nvGrpSpPr>
          <p:grpSpPr>
            <a:xfrm>
              <a:off x="271686" y="439378"/>
              <a:ext cx="292438" cy="632041"/>
              <a:chOff x="769744" y="2979377"/>
              <a:chExt cx="720000" cy="1343240"/>
            </a:xfrm>
          </p:grpSpPr>
          <p:sp>
            <p:nvSpPr>
              <p:cNvPr id="71" name="正方形/長方形 70">
                <a:extLst>
                  <a:ext uri="{FF2B5EF4-FFF2-40B4-BE49-F238E27FC236}">
                    <a16:creationId xmlns:a16="http://schemas.microsoft.com/office/drawing/2014/main" id="{B63CF330-8030-442E-B52A-E07E293F707E}"/>
                  </a:ext>
                </a:extLst>
              </p:cNvPr>
              <p:cNvSpPr/>
              <p:nvPr/>
            </p:nvSpPr>
            <p:spPr>
              <a:xfrm>
                <a:off x="769744" y="3189060"/>
                <a:ext cx="720000" cy="113355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3411F0C8-D14A-456F-AC00-ADCAD495F50F}"/>
                  </a:ext>
                </a:extLst>
              </p:cNvPr>
              <p:cNvSpPr/>
              <p:nvPr/>
            </p:nvSpPr>
            <p:spPr>
              <a:xfrm>
                <a:off x="940508" y="2979377"/>
                <a:ext cx="360000" cy="20968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3" name="正方形/長方形 72">
                <a:extLst>
                  <a:ext uri="{FF2B5EF4-FFF2-40B4-BE49-F238E27FC236}">
                    <a16:creationId xmlns:a16="http://schemas.microsoft.com/office/drawing/2014/main" id="{65F183BD-BC44-45C5-AADD-6AC28A01DD90}"/>
                  </a:ext>
                </a:extLst>
              </p:cNvPr>
              <p:cNvSpPr/>
              <p:nvPr/>
            </p:nvSpPr>
            <p:spPr>
              <a:xfrm>
                <a:off x="839289" y="3253289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4" name="正方形/長方形 73">
                <a:extLst>
                  <a:ext uri="{FF2B5EF4-FFF2-40B4-BE49-F238E27FC236}">
                    <a16:creationId xmlns:a16="http://schemas.microsoft.com/office/drawing/2014/main" id="{20CB160F-F6AC-42F1-94AC-07E737E6DD6D}"/>
                  </a:ext>
                </a:extLst>
              </p:cNvPr>
              <p:cNvSpPr/>
              <p:nvPr/>
            </p:nvSpPr>
            <p:spPr>
              <a:xfrm>
                <a:off x="839289" y="3515692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5" name="正方形/長方形 74">
                <a:extLst>
                  <a:ext uri="{FF2B5EF4-FFF2-40B4-BE49-F238E27FC236}">
                    <a16:creationId xmlns:a16="http://schemas.microsoft.com/office/drawing/2014/main" id="{CE67C565-5ADE-4251-93AE-B9F85894BD84}"/>
                  </a:ext>
                </a:extLst>
              </p:cNvPr>
              <p:cNvSpPr/>
              <p:nvPr/>
            </p:nvSpPr>
            <p:spPr>
              <a:xfrm>
                <a:off x="839289" y="3785691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  <p:sp>
            <p:nvSpPr>
              <p:cNvPr id="76" name="正方形/長方形 75">
                <a:extLst>
                  <a:ext uri="{FF2B5EF4-FFF2-40B4-BE49-F238E27FC236}">
                    <a16:creationId xmlns:a16="http://schemas.microsoft.com/office/drawing/2014/main" id="{C32FAF4B-71DA-4AA1-848C-8F4E66677E36}"/>
                  </a:ext>
                </a:extLst>
              </p:cNvPr>
              <p:cNvSpPr/>
              <p:nvPr/>
            </p:nvSpPr>
            <p:spPr>
              <a:xfrm>
                <a:off x="839290" y="4075630"/>
                <a:ext cx="575041" cy="21337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</p:grpSp>
      </p:grp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B5810B36-511C-4C62-BD9C-B356FF84CB48}"/>
              </a:ext>
            </a:extLst>
          </p:cNvPr>
          <p:cNvGrpSpPr/>
          <p:nvPr/>
        </p:nvGrpSpPr>
        <p:grpSpPr>
          <a:xfrm>
            <a:off x="1133015" y="4665551"/>
            <a:ext cx="4320000" cy="2160000"/>
            <a:chOff x="966173" y="4782235"/>
            <a:chExt cx="4320000" cy="2160000"/>
          </a:xfrm>
        </p:grpSpPr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23A619DC-44A8-4CD4-84EB-67D7CBE0F98B}"/>
                </a:ext>
              </a:extLst>
            </p:cNvPr>
            <p:cNvGrpSpPr/>
            <p:nvPr/>
          </p:nvGrpSpPr>
          <p:grpSpPr>
            <a:xfrm>
              <a:off x="966173" y="4782235"/>
              <a:ext cx="4320000" cy="2160000"/>
              <a:chOff x="184725" y="368955"/>
              <a:chExt cx="4442693" cy="2232253"/>
            </a:xfrm>
          </p:grpSpPr>
          <p:grpSp>
            <p:nvGrpSpPr>
              <p:cNvPr id="36" name="グループ化 35">
                <a:extLst>
                  <a:ext uri="{FF2B5EF4-FFF2-40B4-BE49-F238E27FC236}">
                    <a16:creationId xmlns:a16="http://schemas.microsoft.com/office/drawing/2014/main" id="{FED7CEB3-9625-4EA8-9E3A-50AFEE70985A}"/>
                  </a:ext>
                </a:extLst>
              </p:cNvPr>
              <p:cNvGrpSpPr/>
              <p:nvPr/>
            </p:nvGrpSpPr>
            <p:grpSpPr>
              <a:xfrm>
                <a:off x="184725" y="368955"/>
                <a:ext cx="4442693" cy="2232253"/>
                <a:chOff x="969816" y="538656"/>
                <a:chExt cx="3519057" cy="1576471"/>
              </a:xfrm>
            </p:grpSpPr>
            <p:sp>
              <p:nvSpPr>
                <p:cNvPr id="44" name="正方形/長方形 43">
                  <a:extLst>
                    <a:ext uri="{FF2B5EF4-FFF2-40B4-BE49-F238E27FC236}">
                      <a16:creationId xmlns:a16="http://schemas.microsoft.com/office/drawing/2014/main" id="{A561EDEA-8FD7-4002-99AB-A277FACA0EE3}"/>
                    </a:ext>
                  </a:extLst>
                </p:cNvPr>
                <p:cNvSpPr/>
                <p:nvPr/>
              </p:nvSpPr>
              <p:spPr>
                <a:xfrm>
                  <a:off x="969816" y="538656"/>
                  <a:ext cx="3519057" cy="1576471"/>
                </a:xfrm>
                <a:prstGeom prst="rect">
                  <a:avLst/>
                </a:prstGeom>
                <a:noFill/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45" name="グループ化 44">
                  <a:extLst>
                    <a:ext uri="{FF2B5EF4-FFF2-40B4-BE49-F238E27FC236}">
                      <a16:creationId xmlns:a16="http://schemas.microsoft.com/office/drawing/2014/main" id="{37E743A8-57C7-43DD-96CB-0B54179F07EC}"/>
                    </a:ext>
                  </a:extLst>
                </p:cNvPr>
                <p:cNvGrpSpPr/>
                <p:nvPr/>
              </p:nvGrpSpPr>
              <p:grpSpPr>
                <a:xfrm>
                  <a:off x="1154518" y="719196"/>
                  <a:ext cx="3178512" cy="1279370"/>
                  <a:chOff x="1052946" y="1387385"/>
                  <a:chExt cx="3020002" cy="1191814"/>
                </a:xfrm>
              </p:grpSpPr>
              <p:sp>
                <p:nvSpPr>
                  <p:cNvPr id="46" name="正方形/長方形 45">
                    <a:extLst>
                      <a:ext uri="{FF2B5EF4-FFF2-40B4-BE49-F238E27FC236}">
                        <a16:creationId xmlns:a16="http://schemas.microsoft.com/office/drawing/2014/main" id="{9F94C260-1C07-4D02-AD9A-4C05B3F7C930}"/>
                      </a:ext>
                    </a:extLst>
                  </p:cNvPr>
                  <p:cNvSpPr/>
                  <p:nvPr/>
                </p:nvSpPr>
                <p:spPr>
                  <a:xfrm>
                    <a:off x="2008581" y="1387385"/>
                    <a:ext cx="1025236" cy="832043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  <a:alpha val="29000"/>
                    </a:schemeClr>
                  </a:solidFill>
                  <a:ln w="28575">
                    <a:prstDash val="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47" name="矢印: 左 46">
                    <a:extLst>
                      <a:ext uri="{FF2B5EF4-FFF2-40B4-BE49-F238E27FC236}">
                        <a16:creationId xmlns:a16="http://schemas.microsoft.com/office/drawing/2014/main" id="{9CEBEB10-0DE9-47CC-A3BA-81A5E814E4D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150731" y="1550287"/>
                    <a:ext cx="740935" cy="515152"/>
                  </a:xfrm>
                  <a:prstGeom prst="leftArrow">
                    <a:avLst/>
                  </a:prstGeom>
                  <a:solidFill>
                    <a:srgbClr val="FFFF00">
                      <a:alpha val="50000"/>
                    </a:srgbClr>
                  </a:solidFill>
                  <a:ln>
                    <a:solidFill>
                      <a:schemeClr val="accent1">
                        <a:shade val="50000"/>
                        <a:alpha val="8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pic>
                <p:nvPicPr>
                  <p:cNvPr id="48" name="Picture 2" descr="歩くおじいさんのイラスト | かわいいフリー素材集 いらすとや">
                    <a:extLst>
                      <a:ext uri="{FF2B5EF4-FFF2-40B4-BE49-F238E27FC236}">
                        <a16:creationId xmlns:a16="http://schemas.microsoft.com/office/drawing/2014/main" id="{1FCE26F7-46E3-414D-A045-6CDCDF035D1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flipH="1">
                    <a:off x="1371455" y="1607126"/>
                    <a:ext cx="567863" cy="832043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9" name="正方形/長方形 48">
                    <a:extLst>
                      <a:ext uri="{FF2B5EF4-FFF2-40B4-BE49-F238E27FC236}">
                        <a16:creationId xmlns:a16="http://schemas.microsoft.com/office/drawing/2014/main" id="{1490D03D-0E5B-426F-9D21-CA6FBAFCC26A}"/>
                      </a:ext>
                    </a:extLst>
                  </p:cNvPr>
                  <p:cNvSpPr/>
                  <p:nvPr/>
                </p:nvSpPr>
                <p:spPr>
                  <a:xfrm>
                    <a:off x="1052946" y="2412229"/>
                    <a:ext cx="1025236" cy="16697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50" name="正方形/長方形 49">
                    <a:extLst>
                      <a:ext uri="{FF2B5EF4-FFF2-40B4-BE49-F238E27FC236}">
                        <a16:creationId xmlns:a16="http://schemas.microsoft.com/office/drawing/2014/main" id="{D1AB143D-1206-43D2-AE22-56FAF2383B8D}"/>
                      </a:ext>
                    </a:extLst>
                  </p:cNvPr>
                  <p:cNvSpPr/>
                  <p:nvPr/>
                </p:nvSpPr>
                <p:spPr>
                  <a:xfrm>
                    <a:off x="3047712" y="2412229"/>
                    <a:ext cx="1025236" cy="16697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ja-JP" altLang="en-US" dirty="0"/>
                      <a:t>　</a:t>
                    </a:r>
                  </a:p>
                </p:txBody>
              </p:sp>
            </p:grpSp>
          </p:grpSp>
          <p:grpSp>
            <p:nvGrpSpPr>
              <p:cNvPr id="37" name="グループ化 36">
                <a:extLst>
                  <a:ext uri="{FF2B5EF4-FFF2-40B4-BE49-F238E27FC236}">
                    <a16:creationId xmlns:a16="http://schemas.microsoft.com/office/drawing/2014/main" id="{FE5633A1-62C8-434B-8BF2-D05486A02C53}"/>
                  </a:ext>
                </a:extLst>
              </p:cNvPr>
              <p:cNvGrpSpPr/>
              <p:nvPr/>
            </p:nvGrpSpPr>
            <p:grpSpPr>
              <a:xfrm>
                <a:off x="271686" y="439378"/>
                <a:ext cx="292438" cy="632041"/>
                <a:chOff x="769744" y="2979377"/>
                <a:chExt cx="720000" cy="1343240"/>
              </a:xfrm>
            </p:grpSpPr>
            <p:sp>
              <p:nvSpPr>
                <p:cNvPr id="38" name="正方形/長方形 37">
                  <a:extLst>
                    <a:ext uri="{FF2B5EF4-FFF2-40B4-BE49-F238E27FC236}">
                      <a16:creationId xmlns:a16="http://schemas.microsoft.com/office/drawing/2014/main" id="{35301ACE-0E2C-4032-9B39-68102A7E9DD7}"/>
                    </a:ext>
                  </a:extLst>
                </p:cNvPr>
                <p:cNvSpPr/>
                <p:nvPr/>
              </p:nvSpPr>
              <p:spPr>
                <a:xfrm>
                  <a:off x="769744" y="3189060"/>
                  <a:ext cx="720000" cy="1133557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9" name="正方形/長方形 38">
                  <a:extLst>
                    <a:ext uri="{FF2B5EF4-FFF2-40B4-BE49-F238E27FC236}">
                      <a16:creationId xmlns:a16="http://schemas.microsoft.com/office/drawing/2014/main" id="{3EB73B33-D353-454A-959D-1B8EBBB407D0}"/>
                    </a:ext>
                  </a:extLst>
                </p:cNvPr>
                <p:cNvSpPr/>
                <p:nvPr/>
              </p:nvSpPr>
              <p:spPr>
                <a:xfrm>
                  <a:off x="940508" y="2979377"/>
                  <a:ext cx="360000" cy="209683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0" name="正方形/長方形 39">
                  <a:extLst>
                    <a:ext uri="{FF2B5EF4-FFF2-40B4-BE49-F238E27FC236}">
                      <a16:creationId xmlns:a16="http://schemas.microsoft.com/office/drawing/2014/main" id="{6FD1E7F5-C718-42AB-B097-5F3B3A120DF1}"/>
                    </a:ext>
                  </a:extLst>
                </p:cNvPr>
                <p:cNvSpPr/>
                <p:nvPr/>
              </p:nvSpPr>
              <p:spPr>
                <a:xfrm>
                  <a:off x="839289" y="3253289"/>
                  <a:ext cx="575042" cy="213369"/>
                </a:xfrm>
                <a:prstGeom prst="rect">
                  <a:avLst/>
                </a:prstGeom>
                <a:solidFill>
                  <a:srgbClr val="FFFF00"/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1" name="正方形/長方形 40">
                  <a:extLst>
                    <a:ext uri="{FF2B5EF4-FFF2-40B4-BE49-F238E27FC236}">
                      <a16:creationId xmlns:a16="http://schemas.microsoft.com/office/drawing/2014/main" id="{3603CE16-EF6F-4066-925E-19822334CA0B}"/>
                    </a:ext>
                  </a:extLst>
                </p:cNvPr>
                <p:cNvSpPr/>
                <p:nvPr/>
              </p:nvSpPr>
              <p:spPr>
                <a:xfrm>
                  <a:off x="839289" y="3515692"/>
                  <a:ext cx="575042" cy="213369"/>
                </a:xfrm>
                <a:prstGeom prst="rect">
                  <a:avLst/>
                </a:prstGeom>
                <a:solidFill>
                  <a:srgbClr val="FFFF00"/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2" name="正方形/長方形 41">
                  <a:extLst>
                    <a:ext uri="{FF2B5EF4-FFF2-40B4-BE49-F238E27FC236}">
                      <a16:creationId xmlns:a16="http://schemas.microsoft.com/office/drawing/2014/main" id="{01E7674B-2BE3-42A4-956D-E459AEFC3523}"/>
                    </a:ext>
                  </a:extLst>
                </p:cNvPr>
                <p:cNvSpPr/>
                <p:nvPr/>
              </p:nvSpPr>
              <p:spPr>
                <a:xfrm>
                  <a:off x="839289" y="3785691"/>
                  <a:ext cx="575042" cy="213369"/>
                </a:xfrm>
                <a:prstGeom prst="rect">
                  <a:avLst/>
                </a:prstGeom>
                <a:solidFill>
                  <a:srgbClr val="FFFF00"/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b="1" dirty="0"/>
                </a:p>
              </p:txBody>
            </p:sp>
            <p:sp>
              <p:nvSpPr>
                <p:cNvPr id="43" name="正方形/長方形 42">
                  <a:extLst>
                    <a:ext uri="{FF2B5EF4-FFF2-40B4-BE49-F238E27FC236}">
                      <a16:creationId xmlns:a16="http://schemas.microsoft.com/office/drawing/2014/main" id="{97E46F1D-53F5-469B-B430-62963016BA9F}"/>
                    </a:ext>
                  </a:extLst>
                </p:cNvPr>
                <p:cNvSpPr/>
                <p:nvPr/>
              </p:nvSpPr>
              <p:spPr>
                <a:xfrm>
                  <a:off x="839290" y="4075630"/>
                  <a:ext cx="575041" cy="213370"/>
                </a:xfrm>
                <a:prstGeom prst="rect">
                  <a:avLst/>
                </a:prstGeom>
                <a:solidFill>
                  <a:srgbClr val="FFFF00"/>
                </a:solidFill>
                <a:ln w="1905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b="1" dirty="0"/>
                </a:p>
              </p:txBody>
            </p:sp>
          </p:grpSp>
        </p:grpSp>
        <p:pic>
          <p:nvPicPr>
            <p:cNvPr id="84" name="Picture 2" descr="いろいろなカーソルのイラスト | かわいいフリー素材集 いらすとや">
              <a:extLst>
                <a:ext uri="{FF2B5EF4-FFF2-40B4-BE49-F238E27FC236}">
                  <a16:creationId xmlns:a16="http://schemas.microsoft.com/office/drawing/2014/main" id="{1F8A910D-393B-45EC-BAA3-BDD0311241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6667" b="45128" l="53333" r="83590">
                          <a14:foregroundMark x1="70769" y1="27692" x2="70769" y2="27692"/>
                          <a14:foregroundMark x1="70769" y1="23077" x2="70769" y2="23077"/>
                          <a14:foregroundMark x1="70769" y1="15897" x2="66667" y2="43590"/>
                          <a14:foregroundMark x1="66667" y1="43590" x2="68205" y2="15385"/>
                          <a14:foregroundMark x1="68205" y1="15385" x2="69231" y2="42051"/>
                          <a14:foregroundMark x1="69231" y1="42051" x2="71795" y2="25128"/>
                          <a14:foregroundMark x1="65641" y1="23077" x2="65641" y2="23077"/>
                          <a14:foregroundMark x1="67692" y1="12821" x2="67692" y2="9231"/>
                          <a14:foregroundMark x1="69231" y1="9231" x2="65641" y2="6667"/>
                          <a14:backgroundMark x1="81538" y1="15897" x2="81538" y2="15897"/>
                          <a14:backgroundMark x1="82051" y1="11282" x2="82051" y2="1128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3816" r="12142" b="50000"/>
            <a:stretch/>
          </p:blipFill>
          <p:spPr bwMode="auto">
            <a:xfrm rot="19185891">
              <a:off x="3555861" y="6016883"/>
              <a:ext cx="310708" cy="3790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36096C97-9425-4E9A-AD14-23B63ADA17EE}"/>
              </a:ext>
            </a:extLst>
          </p:cNvPr>
          <p:cNvSpPr txBox="1"/>
          <p:nvPr/>
        </p:nvSpPr>
        <p:spPr>
          <a:xfrm>
            <a:off x="217717" y="252543"/>
            <a:ext cx="3419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領域展開</a:t>
            </a:r>
            <a:r>
              <a:rPr kumimoji="1" lang="en-US" altLang="ja-JP" sz="3600" dirty="0"/>
              <a:t>‼</a:t>
            </a:r>
            <a:r>
              <a:rPr lang="ja-JP" altLang="en-US" sz="3600" dirty="0"/>
              <a:t>手順</a:t>
            </a:r>
            <a:endParaRPr kumimoji="1" lang="en-US" altLang="ja-JP" sz="3600" dirty="0"/>
          </a:p>
        </p:txBody>
      </p:sp>
      <p:sp>
        <p:nvSpPr>
          <p:cNvPr id="88" name="フローチャート: 結合子 87">
            <a:extLst>
              <a:ext uri="{FF2B5EF4-FFF2-40B4-BE49-F238E27FC236}">
                <a16:creationId xmlns:a16="http://schemas.microsoft.com/office/drawing/2014/main" id="{2C28EEF9-C190-4E1E-A124-94F677DA1C49}"/>
              </a:ext>
            </a:extLst>
          </p:cNvPr>
          <p:cNvSpPr/>
          <p:nvPr/>
        </p:nvSpPr>
        <p:spPr>
          <a:xfrm>
            <a:off x="6075855" y="141366"/>
            <a:ext cx="424873" cy="423942"/>
          </a:xfrm>
          <a:prstGeom prst="flowChartConnec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1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9" name="フローチャート: 結合子 88">
            <a:extLst>
              <a:ext uri="{FF2B5EF4-FFF2-40B4-BE49-F238E27FC236}">
                <a16:creationId xmlns:a16="http://schemas.microsoft.com/office/drawing/2014/main" id="{55F3A8E6-6F7E-47BC-9141-DB100BE2C2F6}"/>
              </a:ext>
            </a:extLst>
          </p:cNvPr>
          <p:cNvSpPr/>
          <p:nvPr/>
        </p:nvSpPr>
        <p:spPr>
          <a:xfrm>
            <a:off x="663962" y="2309572"/>
            <a:ext cx="424873" cy="423942"/>
          </a:xfrm>
          <a:prstGeom prst="flowChartConnec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2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0" name="フローチャート: 結合子 89">
            <a:extLst>
              <a:ext uri="{FF2B5EF4-FFF2-40B4-BE49-F238E27FC236}">
                <a16:creationId xmlns:a16="http://schemas.microsoft.com/office/drawing/2014/main" id="{F97D855D-7315-46B7-9DB9-1DFE2857FC78}"/>
              </a:ext>
            </a:extLst>
          </p:cNvPr>
          <p:cNvSpPr/>
          <p:nvPr/>
        </p:nvSpPr>
        <p:spPr>
          <a:xfrm>
            <a:off x="6069871" y="2393709"/>
            <a:ext cx="424873" cy="423942"/>
          </a:xfrm>
          <a:prstGeom prst="flowChartConnec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3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1" name="フローチャート: 結合子 90">
            <a:extLst>
              <a:ext uri="{FF2B5EF4-FFF2-40B4-BE49-F238E27FC236}">
                <a16:creationId xmlns:a16="http://schemas.microsoft.com/office/drawing/2014/main" id="{9D07713D-6DC7-4370-B9A6-36F665DA70B0}"/>
              </a:ext>
            </a:extLst>
          </p:cNvPr>
          <p:cNvSpPr/>
          <p:nvPr/>
        </p:nvSpPr>
        <p:spPr>
          <a:xfrm>
            <a:off x="663962" y="4698541"/>
            <a:ext cx="424873" cy="423942"/>
          </a:xfrm>
          <a:prstGeom prst="flowChartConnec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4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2" name="フローチャート: 結合子 91">
            <a:extLst>
              <a:ext uri="{FF2B5EF4-FFF2-40B4-BE49-F238E27FC236}">
                <a16:creationId xmlns:a16="http://schemas.microsoft.com/office/drawing/2014/main" id="{315BFC32-22C9-4326-AA71-63ACE0F76A64}"/>
              </a:ext>
            </a:extLst>
          </p:cNvPr>
          <p:cNvSpPr/>
          <p:nvPr/>
        </p:nvSpPr>
        <p:spPr>
          <a:xfrm>
            <a:off x="6087701" y="4683017"/>
            <a:ext cx="424873" cy="423942"/>
          </a:xfrm>
          <a:prstGeom prst="flowChartConnec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5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213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6C8888C-3EA9-4AEC-8CA8-6886C9F347BF}"/>
              </a:ext>
            </a:extLst>
          </p:cNvPr>
          <p:cNvGrpSpPr/>
          <p:nvPr/>
        </p:nvGrpSpPr>
        <p:grpSpPr>
          <a:xfrm>
            <a:off x="5802242" y="98310"/>
            <a:ext cx="4320000" cy="2160000"/>
            <a:chOff x="184725" y="368955"/>
            <a:chExt cx="4442693" cy="2232253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14EA359C-C3BB-41E7-BE1A-E06A180B7996}"/>
                </a:ext>
              </a:extLst>
            </p:cNvPr>
            <p:cNvGrpSpPr/>
            <p:nvPr/>
          </p:nvGrpSpPr>
          <p:grpSpPr>
            <a:xfrm>
              <a:off x="184725" y="368955"/>
              <a:ext cx="4442693" cy="2232253"/>
              <a:chOff x="969816" y="538656"/>
              <a:chExt cx="3519057" cy="1576471"/>
            </a:xfrm>
          </p:grpSpPr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C6F606EA-2F80-42DF-8D21-D88AF556C5E4}"/>
                  </a:ext>
                </a:extLst>
              </p:cNvPr>
              <p:cNvSpPr/>
              <p:nvPr/>
            </p:nvSpPr>
            <p:spPr>
              <a:xfrm>
                <a:off x="969816" y="538656"/>
                <a:ext cx="3519057" cy="1576471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12" name="グループ化 11">
                <a:extLst>
                  <a:ext uri="{FF2B5EF4-FFF2-40B4-BE49-F238E27FC236}">
                    <a16:creationId xmlns:a16="http://schemas.microsoft.com/office/drawing/2014/main" id="{7D8EBF40-3009-4AF1-A5D6-858FDE96E039}"/>
                  </a:ext>
                </a:extLst>
              </p:cNvPr>
              <p:cNvGrpSpPr/>
              <p:nvPr/>
            </p:nvGrpSpPr>
            <p:grpSpPr>
              <a:xfrm>
                <a:off x="1154518" y="687101"/>
                <a:ext cx="3178512" cy="1311466"/>
                <a:chOff x="1052946" y="1357486"/>
                <a:chExt cx="3020002" cy="1221713"/>
              </a:xfrm>
            </p:grpSpPr>
            <p:sp>
              <p:nvSpPr>
                <p:cNvPr id="13" name="正方形/長方形 12">
                  <a:extLst>
                    <a:ext uri="{FF2B5EF4-FFF2-40B4-BE49-F238E27FC236}">
                      <a16:creationId xmlns:a16="http://schemas.microsoft.com/office/drawing/2014/main" id="{036344AC-C93E-4E39-AF86-8ADEA6FCFDCF}"/>
                    </a:ext>
                  </a:extLst>
                </p:cNvPr>
                <p:cNvSpPr/>
                <p:nvPr/>
              </p:nvSpPr>
              <p:spPr>
                <a:xfrm>
                  <a:off x="2008581" y="1387385"/>
                  <a:ext cx="1025236" cy="832043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29000"/>
                  </a:schemeClr>
                </a:solidFill>
                <a:ln w="28575">
                  <a:prstDash val="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4" name="矢印: 左 13">
                  <a:extLst>
                    <a:ext uri="{FF2B5EF4-FFF2-40B4-BE49-F238E27FC236}">
                      <a16:creationId xmlns:a16="http://schemas.microsoft.com/office/drawing/2014/main" id="{E48DF016-2E4A-48AE-A515-68AC6878B6F7}"/>
                    </a:ext>
                  </a:extLst>
                </p:cNvPr>
                <p:cNvSpPr/>
                <p:nvPr/>
              </p:nvSpPr>
              <p:spPr>
                <a:xfrm rot="10800000">
                  <a:off x="2150731" y="1550287"/>
                  <a:ext cx="740935" cy="515152"/>
                </a:xfrm>
                <a:prstGeom prst="leftArrow">
                  <a:avLst/>
                </a:prstGeom>
                <a:solidFill>
                  <a:srgbClr val="FFFF00">
                    <a:alpha val="50000"/>
                  </a:srgbClr>
                </a:solidFill>
                <a:ln>
                  <a:solidFill>
                    <a:schemeClr val="accent1">
                      <a:shade val="50000"/>
                      <a:alpha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15" name="Picture 2" descr="歩くおじいさんのイラスト | かわいいフリー素材集 いらすとや">
                  <a:extLst>
                    <a:ext uri="{FF2B5EF4-FFF2-40B4-BE49-F238E27FC236}">
                      <a16:creationId xmlns:a16="http://schemas.microsoft.com/office/drawing/2014/main" id="{F6C85E36-AD04-46C1-A474-840F9000CB3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6200000" flipH="1">
                  <a:off x="1736108" y="1133323"/>
                  <a:ext cx="498841" cy="94716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6" name="正方形/長方形 15">
                  <a:extLst>
                    <a:ext uri="{FF2B5EF4-FFF2-40B4-BE49-F238E27FC236}">
                      <a16:creationId xmlns:a16="http://schemas.microsoft.com/office/drawing/2014/main" id="{A357C0F6-10D4-4005-8A33-A5CB638E63DC}"/>
                    </a:ext>
                  </a:extLst>
                </p:cNvPr>
                <p:cNvSpPr/>
                <p:nvPr/>
              </p:nvSpPr>
              <p:spPr>
                <a:xfrm>
                  <a:off x="1052946" y="2412229"/>
                  <a:ext cx="1025236" cy="16697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7" name="正方形/長方形 16">
                  <a:extLst>
                    <a:ext uri="{FF2B5EF4-FFF2-40B4-BE49-F238E27FC236}">
                      <a16:creationId xmlns:a16="http://schemas.microsoft.com/office/drawing/2014/main" id="{2AE41CB3-E219-49B6-94BD-E86EF4B3E166}"/>
                    </a:ext>
                  </a:extLst>
                </p:cNvPr>
                <p:cNvSpPr/>
                <p:nvPr/>
              </p:nvSpPr>
              <p:spPr>
                <a:xfrm>
                  <a:off x="3047712" y="2412229"/>
                  <a:ext cx="1025236" cy="16697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dirty="0"/>
                    <a:t>　</a:t>
                  </a:r>
                </a:p>
              </p:txBody>
            </p:sp>
          </p:grpSp>
        </p:grp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EF416EE0-D321-4DB2-A243-EAD9653183D9}"/>
                </a:ext>
              </a:extLst>
            </p:cNvPr>
            <p:cNvGrpSpPr/>
            <p:nvPr/>
          </p:nvGrpSpPr>
          <p:grpSpPr>
            <a:xfrm>
              <a:off x="271686" y="439378"/>
              <a:ext cx="292438" cy="632041"/>
              <a:chOff x="769744" y="2979377"/>
              <a:chExt cx="720000" cy="1343240"/>
            </a:xfrm>
          </p:grpSpPr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F092BDF2-5A38-476B-A546-738B0783DD34}"/>
                  </a:ext>
                </a:extLst>
              </p:cNvPr>
              <p:cNvSpPr/>
              <p:nvPr/>
            </p:nvSpPr>
            <p:spPr>
              <a:xfrm>
                <a:off x="769744" y="3189060"/>
                <a:ext cx="720000" cy="113355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4D7121DB-8407-430A-9E93-246D6DB55946}"/>
                  </a:ext>
                </a:extLst>
              </p:cNvPr>
              <p:cNvSpPr/>
              <p:nvPr/>
            </p:nvSpPr>
            <p:spPr>
              <a:xfrm>
                <a:off x="940508" y="2979377"/>
                <a:ext cx="360000" cy="20968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9DB13CF3-726D-495E-9C97-28751910369F}"/>
                  </a:ext>
                </a:extLst>
              </p:cNvPr>
              <p:cNvSpPr/>
              <p:nvPr/>
            </p:nvSpPr>
            <p:spPr>
              <a:xfrm>
                <a:off x="839289" y="3253289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95A9AEAD-AEFB-4500-90DF-77F54AFB5D33}"/>
                  </a:ext>
                </a:extLst>
              </p:cNvPr>
              <p:cNvSpPr/>
              <p:nvPr/>
            </p:nvSpPr>
            <p:spPr>
              <a:xfrm>
                <a:off x="839289" y="3515692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6F75804D-3292-477F-8503-C3386661832B}"/>
                  </a:ext>
                </a:extLst>
              </p:cNvPr>
              <p:cNvSpPr/>
              <p:nvPr/>
            </p:nvSpPr>
            <p:spPr>
              <a:xfrm>
                <a:off x="839289" y="3785691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7C679DC4-9AD6-464A-898E-EC2F91BDD87B}"/>
                  </a:ext>
                </a:extLst>
              </p:cNvPr>
              <p:cNvSpPr/>
              <p:nvPr/>
            </p:nvSpPr>
            <p:spPr>
              <a:xfrm>
                <a:off x="839290" y="4075630"/>
                <a:ext cx="575041" cy="21337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</p:grp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ED5E0636-5AA2-4152-88BB-D4E2AF1A6BFF}"/>
              </a:ext>
            </a:extLst>
          </p:cNvPr>
          <p:cNvGrpSpPr/>
          <p:nvPr/>
        </p:nvGrpSpPr>
        <p:grpSpPr>
          <a:xfrm>
            <a:off x="349837" y="2333341"/>
            <a:ext cx="4320000" cy="2160000"/>
            <a:chOff x="184725" y="368955"/>
            <a:chExt cx="4442693" cy="2232253"/>
          </a:xfrm>
        </p:grpSpPr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DD0682C2-9550-4FEE-AE65-7E56D8978465}"/>
                </a:ext>
              </a:extLst>
            </p:cNvPr>
            <p:cNvGrpSpPr/>
            <p:nvPr/>
          </p:nvGrpSpPr>
          <p:grpSpPr>
            <a:xfrm>
              <a:off x="184725" y="368955"/>
              <a:ext cx="4442693" cy="2232253"/>
              <a:chOff x="969816" y="538656"/>
              <a:chExt cx="3519057" cy="1576471"/>
            </a:xfrm>
          </p:grpSpPr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37CFBD2C-E736-465A-8E3E-7A4F2F534DB7}"/>
                  </a:ext>
                </a:extLst>
              </p:cNvPr>
              <p:cNvSpPr/>
              <p:nvPr/>
            </p:nvSpPr>
            <p:spPr>
              <a:xfrm>
                <a:off x="969816" y="538656"/>
                <a:ext cx="3519057" cy="1576471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9" name="グループ化 28">
                <a:extLst>
                  <a:ext uri="{FF2B5EF4-FFF2-40B4-BE49-F238E27FC236}">
                    <a16:creationId xmlns:a16="http://schemas.microsoft.com/office/drawing/2014/main" id="{C849F738-B1F0-487D-9673-9E3D30C40D75}"/>
                  </a:ext>
                </a:extLst>
              </p:cNvPr>
              <p:cNvGrpSpPr/>
              <p:nvPr/>
            </p:nvGrpSpPr>
            <p:grpSpPr>
              <a:xfrm>
                <a:off x="1154518" y="649601"/>
                <a:ext cx="3178512" cy="1348965"/>
                <a:chOff x="1052946" y="1322553"/>
                <a:chExt cx="3020002" cy="1256646"/>
              </a:xfrm>
            </p:grpSpPr>
            <p:sp>
              <p:nvSpPr>
                <p:cNvPr id="30" name="正方形/長方形 29">
                  <a:extLst>
                    <a:ext uri="{FF2B5EF4-FFF2-40B4-BE49-F238E27FC236}">
                      <a16:creationId xmlns:a16="http://schemas.microsoft.com/office/drawing/2014/main" id="{F3CEF0B0-1C87-4896-BA53-591C90476D2C}"/>
                    </a:ext>
                  </a:extLst>
                </p:cNvPr>
                <p:cNvSpPr/>
                <p:nvPr/>
              </p:nvSpPr>
              <p:spPr>
                <a:xfrm>
                  <a:off x="2008581" y="1387385"/>
                  <a:ext cx="1025236" cy="832043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29000"/>
                  </a:schemeClr>
                </a:solidFill>
                <a:ln w="28575">
                  <a:prstDash val="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1" name="矢印: 左 30">
                  <a:extLst>
                    <a:ext uri="{FF2B5EF4-FFF2-40B4-BE49-F238E27FC236}">
                      <a16:creationId xmlns:a16="http://schemas.microsoft.com/office/drawing/2014/main" id="{FA5799DF-51C0-42C6-ABC8-1F9919F0A828}"/>
                    </a:ext>
                  </a:extLst>
                </p:cNvPr>
                <p:cNvSpPr/>
                <p:nvPr/>
              </p:nvSpPr>
              <p:spPr>
                <a:xfrm rot="10800000">
                  <a:off x="2150731" y="1550287"/>
                  <a:ext cx="740935" cy="515152"/>
                </a:xfrm>
                <a:prstGeom prst="leftArrow">
                  <a:avLst/>
                </a:prstGeom>
                <a:solidFill>
                  <a:srgbClr val="FFFF00">
                    <a:alpha val="50000"/>
                  </a:srgbClr>
                </a:solidFill>
                <a:ln>
                  <a:solidFill>
                    <a:schemeClr val="accent1">
                      <a:shade val="50000"/>
                      <a:alpha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32" name="Picture 2" descr="歩くおじいさんのイラスト | かわいいフリー素材集 いらすとや">
                  <a:extLst>
                    <a:ext uri="{FF2B5EF4-FFF2-40B4-BE49-F238E27FC236}">
                      <a16:creationId xmlns:a16="http://schemas.microsoft.com/office/drawing/2014/main" id="{ECAFE3E5-89DB-4AA4-BD36-749E419C6E9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6200000" flipH="1">
                  <a:off x="3035959" y="1098390"/>
                  <a:ext cx="498841" cy="94716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3" name="正方形/長方形 32">
                  <a:extLst>
                    <a:ext uri="{FF2B5EF4-FFF2-40B4-BE49-F238E27FC236}">
                      <a16:creationId xmlns:a16="http://schemas.microsoft.com/office/drawing/2014/main" id="{3827585C-F2BD-4937-BE9C-6BE340897186}"/>
                    </a:ext>
                  </a:extLst>
                </p:cNvPr>
                <p:cNvSpPr/>
                <p:nvPr/>
              </p:nvSpPr>
              <p:spPr>
                <a:xfrm>
                  <a:off x="1052946" y="2412229"/>
                  <a:ext cx="1025236" cy="16697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4" name="正方形/長方形 33">
                  <a:extLst>
                    <a:ext uri="{FF2B5EF4-FFF2-40B4-BE49-F238E27FC236}">
                      <a16:creationId xmlns:a16="http://schemas.microsoft.com/office/drawing/2014/main" id="{9A5E8FC5-E12B-454C-988B-309CEE4BC8DD}"/>
                    </a:ext>
                  </a:extLst>
                </p:cNvPr>
                <p:cNvSpPr/>
                <p:nvPr/>
              </p:nvSpPr>
              <p:spPr>
                <a:xfrm>
                  <a:off x="3047712" y="2412229"/>
                  <a:ext cx="1025236" cy="16697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dirty="0"/>
                    <a:t>　</a:t>
                  </a:r>
                </a:p>
              </p:txBody>
            </p:sp>
          </p:grp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0094AFC8-185B-4D3A-80AF-A59FB642FCD4}"/>
                </a:ext>
              </a:extLst>
            </p:cNvPr>
            <p:cNvGrpSpPr/>
            <p:nvPr/>
          </p:nvGrpSpPr>
          <p:grpSpPr>
            <a:xfrm>
              <a:off x="271686" y="439378"/>
              <a:ext cx="292438" cy="632041"/>
              <a:chOff x="769744" y="2979377"/>
              <a:chExt cx="720000" cy="1343240"/>
            </a:xfrm>
          </p:grpSpPr>
          <p:sp>
            <p:nvSpPr>
              <p:cNvPr id="22" name="正方形/長方形 21">
                <a:extLst>
                  <a:ext uri="{FF2B5EF4-FFF2-40B4-BE49-F238E27FC236}">
                    <a16:creationId xmlns:a16="http://schemas.microsoft.com/office/drawing/2014/main" id="{072310AC-7530-455D-9700-63CE7BACB070}"/>
                  </a:ext>
                </a:extLst>
              </p:cNvPr>
              <p:cNvSpPr/>
              <p:nvPr/>
            </p:nvSpPr>
            <p:spPr>
              <a:xfrm>
                <a:off x="769744" y="3189060"/>
                <a:ext cx="720000" cy="113355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E74191AD-9F67-4408-A8AD-1353D9784A87}"/>
                  </a:ext>
                </a:extLst>
              </p:cNvPr>
              <p:cNvSpPr/>
              <p:nvPr/>
            </p:nvSpPr>
            <p:spPr>
              <a:xfrm>
                <a:off x="940508" y="2979377"/>
                <a:ext cx="360000" cy="20968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D98639E5-028F-4111-8966-73AAA7AF52DB}"/>
                  </a:ext>
                </a:extLst>
              </p:cNvPr>
              <p:cNvSpPr/>
              <p:nvPr/>
            </p:nvSpPr>
            <p:spPr>
              <a:xfrm>
                <a:off x="839289" y="3253289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628D95A1-8549-4858-9960-DD0D2D8D1ADC}"/>
                  </a:ext>
                </a:extLst>
              </p:cNvPr>
              <p:cNvSpPr/>
              <p:nvPr/>
            </p:nvSpPr>
            <p:spPr>
              <a:xfrm>
                <a:off x="839289" y="3515692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43C16A95-60EB-4FA3-970C-D1AA40F60FC5}"/>
                  </a:ext>
                </a:extLst>
              </p:cNvPr>
              <p:cNvSpPr/>
              <p:nvPr/>
            </p:nvSpPr>
            <p:spPr>
              <a:xfrm>
                <a:off x="839289" y="3785691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B0B10832-3F84-4FF6-918C-5D2A89B325D6}"/>
                  </a:ext>
                </a:extLst>
              </p:cNvPr>
              <p:cNvSpPr/>
              <p:nvPr/>
            </p:nvSpPr>
            <p:spPr>
              <a:xfrm>
                <a:off x="839290" y="4075630"/>
                <a:ext cx="575041" cy="21337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</p:grpSp>
      </p:grp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0B834CFA-677A-45DA-8C10-C8BDD843F37B}"/>
              </a:ext>
            </a:extLst>
          </p:cNvPr>
          <p:cNvGrpSpPr/>
          <p:nvPr/>
        </p:nvGrpSpPr>
        <p:grpSpPr>
          <a:xfrm>
            <a:off x="341025" y="63457"/>
            <a:ext cx="4320000" cy="2160000"/>
            <a:chOff x="184725" y="368955"/>
            <a:chExt cx="4442693" cy="2232253"/>
          </a:xfrm>
        </p:grpSpPr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8736FEBD-5C0B-4D90-9568-3FC3B3378C9E}"/>
                </a:ext>
              </a:extLst>
            </p:cNvPr>
            <p:cNvGrpSpPr/>
            <p:nvPr/>
          </p:nvGrpSpPr>
          <p:grpSpPr>
            <a:xfrm>
              <a:off x="184725" y="368955"/>
              <a:ext cx="4442693" cy="2232253"/>
              <a:chOff x="969816" y="538656"/>
              <a:chExt cx="3519057" cy="1576471"/>
            </a:xfrm>
          </p:grpSpPr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721366E6-22F0-4CFF-8ADE-FECA2D120479}"/>
                  </a:ext>
                </a:extLst>
              </p:cNvPr>
              <p:cNvSpPr/>
              <p:nvPr/>
            </p:nvSpPr>
            <p:spPr>
              <a:xfrm>
                <a:off x="969816" y="538656"/>
                <a:ext cx="3519057" cy="1576471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45" name="グループ化 44">
                <a:extLst>
                  <a:ext uri="{FF2B5EF4-FFF2-40B4-BE49-F238E27FC236}">
                    <a16:creationId xmlns:a16="http://schemas.microsoft.com/office/drawing/2014/main" id="{F44BEE54-8B4D-4EB3-8E84-83CD1A5C2A59}"/>
                  </a:ext>
                </a:extLst>
              </p:cNvPr>
              <p:cNvGrpSpPr/>
              <p:nvPr/>
            </p:nvGrpSpPr>
            <p:grpSpPr>
              <a:xfrm>
                <a:off x="1154518" y="679700"/>
                <a:ext cx="3178512" cy="1318866"/>
                <a:chOff x="1052946" y="1350592"/>
                <a:chExt cx="3020002" cy="1228607"/>
              </a:xfrm>
            </p:grpSpPr>
            <p:sp>
              <p:nvSpPr>
                <p:cNvPr id="46" name="正方形/長方形 45">
                  <a:extLst>
                    <a:ext uri="{FF2B5EF4-FFF2-40B4-BE49-F238E27FC236}">
                      <a16:creationId xmlns:a16="http://schemas.microsoft.com/office/drawing/2014/main" id="{D0FE9679-D8B0-4ACC-9A0A-FAABFED0B59A}"/>
                    </a:ext>
                  </a:extLst>
                </p:cNvPr>
                <p:cNvSpPr/>
                <p:nvPr/>
              </p:nvSpPr>
              <p:spPr>
                <a:xfrm>
                  <a:off x="2008581" y="1387385"/>
                  <a:ext cx="1025236" cy="832043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29000"/>
                  </a:schemeClr>
                </a:solidFill>
                <a:ln w="28575">
                  <a:prstDash val="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7" name="矢印: 左 46">
                  <a:extLst>
                    <a:ext uri="{FF2B5EF4-FFF2-40B4-BE49-F238E27FC236}">
                      <a16:creationId xmlns:a16="http://schemas.microsoft.com/office/drawing/2014/main" id="{0C08978F-F3A1-42C7-A053-A32917A0A5CC}"/>
                    </a:ext>
                  </a:extLst>
                </p:cNvPr>
                <p:cNvSpPr/>
                <p:nvPr/>
              </p:nvSpPr>
              <p:spPr>
                <a:xfrm rot="10800000">
                  <a:off x="2150731" y="1550287"/>
                  <a:ext cx="740935" cy="515152"/>
                </a:xfrm>
                <a:prstGeom prst="leftArrow">
                  <a:avLst/>
                </a:prstGeom>
                <a:solidFill>
                  <a:srgbClr val="FFFF00">
                    <a:alpha val="50000"/>
                  </a:srgbClr>
                </a:solidFill>
                <a:ln>
                  <a:solidFill>
                    <a:schemeClr val="accent1">
                      <a:shade val="50000"/>
                      <a:alpha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48" name="Picture 2" descr="歩くおじいさんのイラスト | かわいいフリー素材集 いらすとや">
                  <a:extLst>
                    <a:ext uri="{FF2B5EF4-FFF2-40B4-BE49-F238E27FC236}">
                      <a16:creationId xmlns:a16="http://schemas.microsoft.com/office/drawing/2014/main" id="{FC3C5416-E13D-44F8-A003-4ADEE4D2CEB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1548760" y="1350592"/>
                  <a:ext cx="567863" cy="832043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9" name="正方形/長方形 48">
                  <a:extLst>
                    <a:ext uri="{FF2B5EF4-FFF2-40B4-BE49-F238E27FC236}">
                      <a16:creationId xmlns:a16="http://schemas.microsoft.com/office/drawing/2014/main" id="{BA695527-C088-47C1-836A-605E1D674BC2}"/>
                    </a:ext>
                  </a:extLst>
                </p:cNvPr>
                <p:cNvSpPr/>
                <p:nvPr/>
              </p:nvSpPr>
              <p:spPr>
                <a:xfrm>
                  <a:off x="1052946" y="2412229"/>
                  <a:ext cx="1025236" cy="16697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50" name="正方形/長方形 49">
                  <a:extLst>
                    <a:ext uri="{FF2B5EF4-FFF2-40B4-BE49-F238E27FC236}">
                      <a16:creationId xmlns:a16="http://schemas.microsoft.com/office/drawing/2014/main" id="{EDCD4F66-AEFC-466E-9069-12A3E730A0FF}"/>
                    </a:ext>
                  </a:extLst>
                </p:cNvPr>
                <p:cNvSpPr/>
                <p:nvPr/>
              </p:nvSpPr>
              <p:spPr>
                <a:xfrm>
                  <a:off x="3047712" y="2412229"/>
                  <a:ext cx="1025236" cy="16697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dirty="0"/>
                    <a:t>　</a:t>
                  </a:r>
                </a:p>
              </p:txBody>
            </p:sp>
          </p:grpSp>
        </p:grp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47818819-B971-4980-90E6-ACFD2CA2AEDD}"/>
                </a:ext>
              </a:extLst>
            </p:cNvPr>
            <p:cNvGrpSpPr/>
            <p:nvPr/>
          </p:nvGrpSpPr>
          <p:grpSpPr>
            <a:xfrm>
              <a:off x="271686" y="439378"/>
              <a:ext cx="292438" cy="632041"/>
              <a:chOff x="769744" y="2979377"/>
              <a:chExt cx="720000" cy="1343240"/>
            </a:xfrm>
          </p:grpSpPr>
          <p:sp>
            <p:nvSpPr>
              <p:cNvPr id="38" name="正方形/長方形 37">
                <a:extLst>
                  <a:ext uri="{FF2B5EF4-FFF2-40B4-BE49-F238E27FC236}">
                    <a16:creationId xmlns:a16="http://schemas.microsoft.com/office/drawing/2014/main" id="{EA05C49E-904F-40BB-8D79-BE90F1E4932F}"/>
                  </a:ext>
                </a:extLst>
              </p:cNvPr>
              <p:cNvSpPr/>
              <p:nvPr/>
            </p:nvSpPr>
            <p:spPr>
              <a:xfrm>
                <a:off x="769744" y="3189060"/>
                <a:ext cx="720000" cy="113355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14BA9A55-D6A8-4379-B832-3A1E69FD586B}"/>
                  </a:ext>
                </a:extLst>
              </p:cNvPr>
              <p:cNvSpPr/>
              <p:nvPr/>
            </p:nvSpPr>
            <p:spPr>
              <a:xfrm>
                <a:off x="940508" y="2979377"/>
                <a:ext cx="360000" cy="20968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75E4AF78-4F10-4F66-ACD7-EDB19CE065E9}"/>
                  </a:ext>
                </a:extLst>
              </p:cNvPr>
              <p:cNvSpPr/>
              <p:nvPr/>
            </p:nvSpPr>
            <p:spPr>
              <a:xfrm>
                <a:off x="839289" y="3253289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F7FD929B-E626-468A-9D5C-90471A2222FD}"/>
                  </a:ext>
                </a:extLst>
              </p:cNvPr>
              <p:cNvSpPr/>
              <p:nvPr/>
            </p:nvSpPr>
            <p:spPr>
              <a:xfrm>
                <a:off x="839289" y="3515692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2" name="正方形/長方形 41">
                <a:extLst>
                  <a:ext uri="{FF2B5EF4-FFF2-40B4-BE49-F238E27FC236}">
                    <a16:creationId xmlns:a16="http://schemas.microsoft.com/office/drawing/2014/main" id="{E4B1CBF6-33F6-4DCA-8178-728AB529BF84}"/>
                  </a:ext>
                </a:extLst>
              </p:cNvPr>
              <p:cNvSpPr/>
              <p:nvPr/>
            </p:nvSpPr>
            <p:spPr>
              <a:xfrm>
                <a:off x="839289" y="3785691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85BB1CFF-7446-4948-89A4-1A839E9F6A70}"/>
                  </a:ext>
                </a:extLst>
              </p:cNvPr>
              <p:cNvSpPr/>
              <p:nvPr/>
            </p:nvSpPr>
            <p:spPr>
              <a:xfrm>
                <a:off x="839290" y="4075630"/>
                <a:ext cx="575041" cy="21337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</p:grpSp>
      </p:grp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937C4C31-E914-4F93-9AAE-9DC7C465CF9F}"/>
              </a:ext>
            </a:extLst>
          </p:cNvPr>
          <p:cNvGrpSpPr/>
          <p:nvPr/>
        </p:nvGrpSpPr>
        <p:grpSpPr>
          <a:xfrm>
            <a:off x="5802242" y="2366268"/>
            <a:ext cx="4320000" cy="2160000"/>
            <a:chOff x="184725" y="368955"/>
            <a:chExt cx="4442693" cy="2232253"/>
          </a:xfrm>
        </p:grpSpPr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DC4D20C1-D5C0-45D0-AD70-CA8B1F4F0F9A}"/>
                </a:ext>
              </a:extLst>
            </p:cNvPr>
            <p:cNvGrpSpPr/>
            <p:nvPr/>
          </p:nvGrpSpPr>
          <p:grpSpPr>
            <a:xfrm>
              <a:off x="184725" y="368955"/>
              <a:ext cx="4442693" cy="2232253"/>
              <a:chOff x="969816" y="538656"/>
              <a:chExt cx="3519057" cy="1576471"/>
            </a:xfrm>
          </p:grpSpPr>
          <p:sp>
            <p:nvSpPr>
              <p:cNvPr id="60" name="正方形/長方形 59">
                <a:extLst>
                  <a:ext uri="{FF2B5EF4-FFF2-40B4-BE49-F238E27FC236}">
                    <a16:creationId xmlns:a16="http://schemas.microsoft.com/office/drawing/2014/main" id="{0A2F3076-7872-4324-9922-11AFC461C09F}"/>
                  </a:ext>
                </a:extLst>
              </p:cNvPr>
              <p:cNvSpPr/>
              <p:nvPr/>
            </p:nvSpPr>
            <p:spPr>
              <a:xfrm>
                <a:off x="969816" y="538656"/>
                <a:ext cx="3519057" cy="1576471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61" name="グループ化 60">
                <a:extLst>
                  <a:ext uri="{FF2B5EF4-FFF2-40B4-BE49-F238E27FC236}">
                    <a16:creationId xmlns:a16="http://schemas.microsoft.com/office/drawing/2014/main" id="{FBB1A207-46EA-47CA-A0DF-EBE85CEACDB3}"/>
                  </a:ext>
                </a:extLst>
              </p:cNvPr>
              <p:cNvGrpSpPr/>
              <p:nvPr/>
            </p:nvGrpSpPr>
            <p:grpSpPr>
              <a:xfrm>
                <a:off x="1154518" y="719196"/>
                <a:ext cx="3178512" cy="1279370"/>
                <a:chOff x="1052946" y="1387385"/>
                <a:chExt cx="3020002" cy="1191814"/>
              </a:xfrm>
            </p:grpSpPr>
            <p:sp>
              <p:nvSpPr>
                <p:cNvPr id="62" name="正方形/長方形 61">
                  <a:extLst>
                    <a:ext uri="{FF2B5EF4-FFF2-40B4-BE49-F238E27FC236}">
                      <a16:creationId xmlns:a16="http://schemas.microsoft.com/office/drawing/2014/main" id="{ADF0370D-E0F3-40BF-A209-397072929948}"/>
                    </a:ext>
                  </a:extLst>
                </p:cNvPr>
                <p:cNvSpPr/>
                <p:nvPr/>
              </p:nvSpPr>
              <p:spPr>
                <a:xfrm>
                  <a:off x="2008581" y="1387385"/>
                  <a:ext cx="1025236" cy="832043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29000"/>
                  </a:schemeClr>
                </a:solidFill>
                <a:ln w="28575">
                  <a:prstDash val="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63" name="矢印: 左 62">
                  <a:extLst>
                    <a:ext uri="{FF2B5EF4-FFF2-40B4-BE49-F238E27FC236}">
                      <a16:creationId xmlns:a16="http://schemas.microsoft.com/office/drawing/2014/main" id="{1F76AD17-41A3-42C1-BA19-418892511675}"/>
                    </a:ext>
                  </a:extLst>
                </p:cNvPr>
                <p:cNvSpPr/>
                <p:nvPr/>
              </p:nvSpPr>
              <p:spPr>
                <a:xfrm rot="10800000">
                  <a:off x="2150731" y="1550287"/>
                  <a:ext cx="740935" cy="515152"/>
                </a:xfrm>
                <a:prstGeom prst="leftArrow">
                  <a:avLst/>
                </a:prstGeom>
                <a:solidFill>
                  <a:srgbClr val="FFFF00">
                    <a:alpha val="50000"/>
                  </a:srgbClr>
                </a:solidFill>
                <a:ln>
                  <a:solidFill>
                    <a:schemeClr val="accent1">
                      <a:shade val="50000"/>
                      <a:alpha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64" name="Picture 2" descr="歩くおじいさんのイラスト | かわいいフリー素材集 いらすとや">
                  <a:extLst>
                    <a:ext uri="{FF2B5EF4-FFF2-40B4-BE49-F238E27FC236}">
                      <a16:creationId xmlns:a16="http://schemas.microsoft.com/office/drawing/2014/main" id="{EAE12BB6-FAD0-4C20-9DC4-04B4D7267F8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3340587" y="1442276"/>
                  <a:ext cx="567863" cy="83204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65" name="正方形/長方形 64">
                  <a:extLst>
                    <a:ext uri="{FF2B5EF4-FFF2-40B4-BE49-F238E27FC236}">
                      <a16:creationId xmlns:a16="http://schemas.microsoft.com/office/drawing/2014/main" id="{4523DE70-0A79-4214-9718-F747B9BD5DFF}"/>
                    </a:ext>
                  </a:extLst>
                </p:cNvPr>
                <p:cNvSpPr/>
                <p:nvPr/>
              </p:nvSpPr>
              <p:spPr>
                <a:xfrm>
                  <a:off x="1052946" y="2412229"/>
                  <a:ext cx="1025236" cy="16697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66" name="正方形/長方形 65">
                  <a:extLst>
                    <a:ext uri="{FF2B5EF4-FFF2-40B4-BE49-F238E27FC236}">
                      <a16:creationId xmlns:a16="http://schemas.microsoft.com/office/drawing/2014/main" id="{601ECEF2-C1F2-45FD-8C7D-829658095D2D}"/>
                    </a:ext>
                  </a:extLst>
                </p:cNvPr>
                <p:cNvSpPr/>
                <p:nvPr/>
              </p:nvSpPr>
              <p:spPr>
                <a:xfrm>
                  <a:off x="3047712" y="2412229"/>
                  <a:ext cx="1025236" cy="16697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dirty="0"/>
                    <a:t>　</a:t>
                  </a:r>
                </a:p>
              </p:txBody>
            </p:sp>
          </p:grpSp>
        </p:grpSp>
        <p:grpSp>
          <p:nvGrpSpPr>
            <p:cNvPr id="53" name="グループ化 52">
              <a:extLst>
                <a:ext uri="{FF2B5EF4-FFF2-40B4-BE49-F238E27FC236}">
                  <a16:creationId xmlns:a16="http://schemas.microsoft.com/office/drawing/2014/main" id="{230E0C80-F21E-47B9-92D2-7D82BCC15689}"/>
                </a:ext>
              </a:extLst>
            </p:cNvPr>
            <p:cNvGrpSpPr/>
            <p:nvPr/>
          </p:nvGrpSpPr>
          <p:grpSpPr>
            <a:xfrm>
              <a:off x="271686" y="439378"/>
              <a:ext cx="292438" cy="632041"/>
              <a:chOff x="769744" y="2979377"/>
              <a:chExt cx="720000" cy="1343240"/>
            </a:xfrm>
          </p:grpSpPr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ABECE80C-B74A-4629-B84A-960D1970AA2A}"/>
                  </a:ext>
                </a:extLst>
              </p:cNvPr>
              <p:cNvSpPr/>
              <p:nvPr/>
            </p:nvSpPr>
            <p:spPr>
              <a:xfrm>
                <a:off x="769744" y="3189060"/>
                <a:ext cx="720000" cy="113355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5" name="正方形/長方形 54">
                <a:extLst>
                  <a:ext uri="{FF2B5EF4-FFF2-40B4-BE49-F238E27FC236}">
                    <a16:creationId xmlns:a16="http://schemas.microsoft.com/office/drawing/2014/main" id="{5AFF82DE-306D-46B0-B16E-A24FD15F332D}"/>
                  </a:ext>
                </a:extLst>
              </p:cNvPr>
              <p:cNvSpPr/>
              <p:nvPr/>
            </p:nvSpPr>
            <p:spPr>
              <a:xfrm>
                <a:off x="940508" y="2979377"/>
                <a:ext cx="360000" cy="20968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D1DD6709-1C05-40B5-B41C-508F7BD572E6}"/>
                  </a:ext>
                </a:extLst>
              </p:cNvPr>
              <p:cNvSpPr/>
              <p:nvPr/>
            </p:nvSpPr>
            <p:spPr>
              <a:xfrm>
                <a:off x="839289" y="3253289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A10220B7-F512-4915-A205-AF589D0E4A1F}"/>
                  </a:ext>
                </a:extLst>
              </p:cNvPr>
              <p:cNvSpPr/>
              <p:nvPr/>
            </p:nvSpPr>
            <p:spPr>
              <a:xfrm>
                <a:off x="839289" y="3515692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EDC2C754-6E30-4BC7-8AC8-47EEA62B8BDA}"/>
                  </a:ext>
                </a:extLst>
              </p:cNvPr>
              <p:cNvSpPr/>
              <p:nvPr/>
            </p:nvSpPr>
            <p:spPr>
              <a:xfrm>
                <a:off x="839289" y="3785691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  <p:sp>
            <p:nvSpPr>
              <p:cNvPr id="59" name="正方形/長方形 58">
                <a:extLst>
                  <a:ext uri="{FF2B5EF4-FFF2-40B4-BE49-F238E27FC236}">
                    <a16:creationId xmlns:a16="http://schemas.microsoft.com/office/drawing/2014/main" id="{4F23ABA0-4681-4AEC-A3BB-3F7409987C71}"/>
                  </a:ext>
                </a:extLst>
              </p:cNvPr>
              <p:cNvSpPr/>
              <p:nvPr/>
            </p:nvSpPr>
            <p:spPr>
              <a:xfrm>
                <a:off x="839290" y="4075630"/>
                <a:ext cx="575041" cy="21337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</p:grp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1EEE0C73-F94F-4679-97F3-E32211F672DD}"/>
              </a:ext>
            </a:extLst>
          </p:cNvPr>
          <p:cNvGrpSpPr/>
          <p:nvPr/>
        </p:nvGrpSpPr>
        <p:grpSpPr>
          <a:xfrm>
            <a:off x="3754268" y="4651434"/>
            <a:ext cx="4320000" cy="2160000"/>
            <a:chOff x="184725" y="368955"/>
            <a:chExt cx="4442693" cy="2232253"/>
          </a:xfrm>
        </p:grpSpPr>
        <p:grpSp>
          <p:nvGrpSpPr>
            <p:cNvPr id="68" name="グループ化 67">
              <a:extLst>
                <a:ext uri="{FF2B5EF4-FFF2-40B4-BE49-F238E27FC236}">
                  <a16:creationId xmlns:a16="http://schemas.microsoft.com/office/drawing/2014/main" id="{5F274716-F732-4A94-8CCE-EFAC748CF029}"/>
                </a:ext>
              </a:extLst>
            </p:cNvPr>
            <p:cNvGrpSpPr/>
            <p:nvPr/>
          </p:nvGrpSpPr>
          <p:grpSpPr>
            <a:xfrm>
              <a:off x="184725" y="368955"/>
              <a:ext cx="4442693" cy="2232253"/>
              <a:chOff x="969816" y="538656"/>
              <a:chExt cx="3519057" cy="1576471"/>
            </a:xfrm>
          </p:grpSpPr>
          <p:sp>
            <p:nvSpPr>
              <p:cNvPr id="76" name="正方形/長方形 75">
                <a:extLst>
                  <a:ext uri="{FF2B5EF4-FFF2-40B4-BE49-F238E27FC236}">
                    <a16:creationId xmlns:a16="http://schemas.microsoft.com/office/drawing/2014/main" id="{6A8AF04E-08C0-435B-8527-C3D36A094F3A}"/>
                  </a:ext>
                </a:extLst>
              </p:cNvPr>
              <p:cNvSpPr/>
              <p:nvPr/>
            </p:nvSpPr>
            <p:spPr>
              <a:xfrm>
                <a:off x="969816" y="538656"/>
                <a:ext cx="3519057" cy="1576471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77" name="グループ化 76">
                <a:extLst>
                  <a:ext uri="{FF2B5EF4-FFF2-40B4-BE49-F238E27FC236}">
                    <a16:creationId xmlns:a16="http://schemas.microsoft.com/office/drawing/2014/main" id="{9CA804B5-7619-43A4-9A0A-D321645D6BBE}"/>
                  </a:ext>
                </a:extLst>
              </p:cNvPr>
              <p:cNvGrpSpPr/>
              <p:nvPr/>
            </p:nvGrpSpPr>
            <p:grpSpPr>
              <a:xfrm>
                <a:off x="1154518" y="695850"/>
                <a:ext cx="2741292" cy="1302717"/>
                <a:chOff x="1052946" y="1365636"/>
                <a:chExt cx="2604587" cy="1213563"/>
              </a:xfrm>
            </p:grpSpPr>
            <p:sp>
              <p:nvSpPr>
                <p:cNvPr id="78" name="正方形/長方形 77">
                  <a:extLst>
                    <a:ext uri="{FF2B5EF4-FFF2-40B4-BE49-F238E27FC236}">
                      <a16:creationId xmlns:a16="http://schemas.microsoft.com/office/drawing/2014/main" id="{29C5CD10-1D8D-4BA6-95F1-E3C6230BBF33}"/>
                    </a:ext>
                  </a:extLst>
                </p:cNvPr>
                <p:cNvSpPr/>
                <p:nvPr/>
              </p:nvSpPr>
              <p:spPr>
                <a:xfrm>
                  <a:off x="2385802" y="1573269"/>
                  <a:ext cx="1025236" cy="832043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29000"/>
                  </a:schemeClr>
                </a:solidFill>
                <a:ln w="28575">
                  <a:prstDash val="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79" name="矢印: 左 78">
                  <a:extLst>
                    <a:ext uri="{FF2B5EF4-FFF2-40B4-BE49-F238E27FC236}">
                      <a16:creationId xmlns:a16="http://schemas.microsoft.com/office/drawing/2014/main" id="{4F90D99A-63C5-4B69-AC9C-EB745938E4E6}"/>
                    </a:ext>
                  </a:extLst>
                </p:cNvPr>
                <p:cNvSpPr/>
                <p:nvPr/>
              </p:nvSpPr>
              <p:spPr>
                <a:xfrm rot="10800000">
                  <a:off x="2503563" y="1742689"/>
                  <a:ext cx="740935" cy="515152"/>
                </a:xfrm>
                <a:prstGeom prst="leftArrow">
                  <a:avLst/>
                </a:prstGeom>
                <a:solidFill>
                  <a:srgbClr val="FFFF00">
                    <a:alpha val="50000"/>
                  </a:srgbClr>
                </a:solidFill>
                <a:ln>
                  <a:solidFill>
                    <a:schemeClr val="accent1">
                      <a:shade val="50000"/>
                      <a:alpha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pic>
              <p:nvPicPr>
                <p:cNvPr id="80" name="Picture 2" descr="歩くおじいさんのイラスト | かわいいフリー素材集 いらすとや">
                  <a:extLst>
                    <a:ext uri="{FF2B5EF4-FFF2-40B4-BE49-F238E27FC236}">
                      <a16:creationId xmlns:a16="http://schemas.microsoft.com/office/drawing/2014/main" id="{4D4338C4-0B6A-4189-AE10-E9762AB7EE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6200000" flipH="1">
                  <a:off x="2773401" y="1519307"/>
                  <a:ext cx="498841" cy="94716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81" name="正方形/長方形 80">
                  <a:extLst>
                    <a:ext uri="{FF2B5EF4-FFF2-40B4-BE49-F238E27FC236}">
                      <a16:creationId xmlns:a16="http://schemas.microsoft.com/office/drawing/2014/main" id="{E57EC3AE-EDC9-4DB9-8B36-868A31088D55}"/>
                    </a:ext>
                  </a:extLst>
                </p:cNvPr>
                <p:cNvSpPr/>
                <p:nvPr/>
              </p:nvSpPr>
              <p:spPr>
                <a:xfrm>
                  <a:off x="1052946" y="2412229"/>
                  <a:ext cx="1025236" cy="16697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82" name="正方形/長方形 81">
                  <a:extLst>
                    <a:ext uri="{FF2B5EF4-FFF2-40B4-BE49-F238E27FC236}">
                      <a16:creationId xmlns:a16="http://schemas.microsoft.com/office/drawing/2014/main" id="{6342ED5B-99EC-4D98-A186-2C534D1A93AC}"/>
                    </a:ext>
                  </a:extLst>
                </p:cNvPr>
                <p:cNvSpPr/>
                <p:nvPr/>
              </p:nvSpPr>
              <p:spPr>
                <a:xfrm>
                  <a:off x="3463992" y="1365636"/>
                  <a:ext cx="193541" cy="119181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ja-JP" altLang="en-US" dirty="0"/>
                    <a:t>　</a:t>
                  </a:r>
                </a:p>
              </p:txBody>
            </p:sp>
          </p:grpSp>
        </p:grpSp>
        <p:grpSp>
          <p:nvGrpSpPr>
            <p:cNvPr id="69" name="グループ化 68">
              <a:extLst>
                <a:ext uri="{FF2B5EF4-FFF2-40B4-BE49-F238E27FC236}">
                  <a16:creationId xmlns:a16="http://schemas.microsoft.com/office/drawing/2014/main" id="{A51CF0DC-F375-4125-B45A-963B5020EE9F}"/>
                </a:ext>
              </a:extLst>
            </p:cNvPr>
            <p:cNvGrpSpPr/>
            <p:nvPr/>
          </p:nvGrpSpPr>
          <p:grpSpPr>
            <a:xfrm>
              <a:off x="271686" y="439378"/>
              <a:ext cx="292438" cy="632041"/>
              <a:chOff x="769744" y="2979377"/>
              <a:chExt cx="720000" cy="1343240"/>
            </a:xfrm>
          </p:grpSpPr>
          <p:sp>
            <p:nvSpPr>
              <p:cNvPr id="70" name="正方形/長方形 69">
                <a:extLst>
                  <a:ext uri="{FF2B5EF4-FFF2-40B4-BE49-F238E27FC236}">
                    <a16:creationId xmlns:a16="http://schemas.microsoft.com/office/drawing/2014/main" id="{286F430B-AC8E-4582-8920-0E584660572B}"/>
                  </a:ext>
                </a:extLst>
              </p:cNvPr>
              <p:cNvSpPr/>
              <p:nvPr/>
            </p:nvSpPr>
            <p:spPr>
              <a:xfrm>
                <a:off x="769744" y="3189060"/>
                <a:ext cx="720000" cy="113355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1" name="正方形/長方形 70">
                <a:extLst>
                  <a:ext uri="{FF2B5EF4-FFF2-40B4-BE49-F238E27FC236}">
                    <a16:creationId xmlns:a16="http://schemas.microsoft.com/office/drawing/2014/main" id="{9361CDB2-48D4-4C9E-966A-768CAF0A58BA}"/>
                  </a:ext>
                </a:extLst>
              </p:cNvPr>
              <p:cNvSpPr/>
              <p:nvPr/>
            </p:nvSpPr>
            <p:spPr>
              <a:xfrm>
                <a:off x="940508" y="2979377"/>
                <a:ext cx="360000" cy="20968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2" name="正方形/長方形 71">
                <a:extLst>
                  <a:ext uri="{FF2B5EF4-FFF2-40B4-BE49-F238E27FC236}">
                    <a16:creationId xmlns:a16="http://schemas.microsoft.com/office/drawing/2014/main" id="{60DB1E80-771F-41F7-BC48-37565562EDDB}"/>
                  </a:ext>
                </a:extLst>
              </p:cNvPr>
              <p:cNvSpPr/>
              <p:nvPr/>
            </p:nvSpPr>
            <p:spPr>
              <a:xfrm>
                <a:off x="839289" y="3253289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3" name="正方形/長方形 72">
                <a:extLst>
                  <a:ext uri="{FF2B5EF4-FFF2-40B4-BE49-F238E27FC236}">
                    <a16:creationId xmlns:a16="http://schemas.microsoft.com/office/drawing/2014/main" id="{5053911D-0F36-45B2-BDC9-867AB3C3EC73}"/>
                  </a:ext>
                </a:extLst>
              </p:cNvPr>
              <p:cNvSpPr/>
              <p:nvPr/>
            </p:nvSpPr>
            <p:spPr>
              <a:xfrm>
                <a:off x="839289" y="3515692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4" name="正方形/長方形 73">
                <a:extLst>
                  <a:ext uri="{FF2B5EF4-FFF2-40B4-BE49-F238E27FC236}">
                    <a16:creationId xmlns:a16="http://schemas.microsoft.com/office/drawing/2014/main" id="{ABAAF666-47F3-407F-BF81-7BE406819BAE}"/>
                  </a:ext>
                </a:extLst>
              </p:cNvPr>
              <p:cNvSpPr/>
              <p:nvPr/>
            </p:nvSpPr>
            <p:spPr>
              <a:xfrm>
                <a:off x="839289" y="3785691"/>
                <a:ext cx="575042" cy="213369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95000"/>
                    <a:lumOff val="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  <p:sp>
            <p:nvSpPr>
              <p:cNvPr id="75" name="正方形/長方形 74">
                <a:extLst>
                  <a:ext uri="{FF2B5EF4-FFF2-40B4-BE49-F238E27FC236}">
                    <a16:creationId xmlns:a16="http://schemas.microsoft.com/office/drawing/2014/main" id="{ECAB1973-0B5D-465F-BF57-17B4579A3CF8}"/>
                  </a:ext>
                </a:extLst>
              </p:cNvPr>
              <p:cNvSpPr/>
              <p:nvPr/>
            </p:nvSpPr>
            <p:spPr>
              <a:xfrm>
                <a:off x="839290" y="4075630"/>
                <a:ext cx="575041" cy="213370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 dirty="0"/>
              </a:p>
            </p:txBody>
          </p:sp>
        </p:grpSp>
      </p:grpSp>
      <p:grpSp>
        <p:nvGrpSpPr>
          <p:cNvPr id="85" name="グループ化 84">
            <a:extLst>
              <a:ext uri="{FF2B5EF4-FFF2-40B4-BE49-F238E27FC236}">
                <a16:creationId xmlns:a16="http://schemas.microsoft.com/office/drawing/2014/main" id="{536F2E44-FEAE-43FE-A932-D69FDF4E2682}"/>
              </a:ext>
            </a:extLst>
          </p:cNvPr>
          <p:cNvGrpSpPr/>
          <p:nvPr/>
        </p:nvGrpSpPr>
        <p:grpSpPr>
          <a:xfrm rot="6123755">
            <a:off x="8470987" y="5468355"/>
            <a:ext cx="1239806" cy="724168"/>
            <a:chOff x="8298243" y="4693839"/>
            <a:chExt cx="1239806" cy="724168"/>
          </a:xfrm>
        </p:grpSpPr>
        <p:pic>
          <p:nvPicPr>
            <p:cNvPr id="83" name="Picture 2" descr="歩くおじいさんのイラスト | かわいいフリー素材集 いらすとや">
              <a:extLst>
                <a:ext uri="{FF2B5EF4-FFF2-40B4-BE49-F238E27FC236}">
                  <a16:creationId xmlns:a16="http://schemas.microsoft.com/office/drawing/2014/main" id="{37BE1122-14A3-44B2-AD76-1276B1AA31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5620223" flipH="1">
              <a:off x="8466239" y="4525843"/>
              <a:ext cx="724168" cy="10601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09A08BDC-B64A-4C38-9E7C-964995D1CBBA}"/>
                </a:ext>
              </a:extLst>
            </p:cNvPr>
            <p:cNvSpPr/>
            <p:nvPr/>
          </p:nvSpPr>
          <p:spPr>
            <a:xfrm rot="15620223">
              <a:off x="9349457" y="4883647"/>
              <a:ext cx="199023" cy="178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56534824-2153-481D-A34F-E096E386B22A}"/>
              </a:ext>
            </a:extLst>
          </p:cNvPr>
          <p:cNvSpPr txBox="1"/>
          <p:nvPr/>
        </p:nvSpPr>
        <p:spPr>
          <a:xfrm>
            <a:off x="1089498" y="5423068"/>
            <a:ext cx="1245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Ｇ⋆Ｇ</a:t>
            </a:r>
          </a:p>
        </p:txBody>
      </p:sp>
    </p:spTree>
    <p:extLst>
      <p:ext uri="{BB962C8B-B14F-4D97-AF65-F5344CB8AC3E}">
        <p14:creationId xmlns:p14="http://schemas.microsoft.com/office/powerpoint/2010/main" val="2541014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5B47614-1FDC-4922-8C92-9B40E520BA44}"/>
              </a:ext>
            </a:extLst>
          </p:cNvPr>
          <p:cNvSpPr/>
          <p:nvPr/>
        </p:nvSpPr>
        <p:spPr>
          <a:xfrm>
            <a:off x="895547" y="867542"/>
            <a:ext cx="218228" cy="185632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 w="285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50" name="Picture 2" descr="いろいろなカーソルのイラスト | かわいいフリー素材集 いらすとや">
            <a:extLst>
              <a:ext uri="{FF2B5EF4-FFF2-40B4-BE49-F238E27FC236}">
                <a16:creationId xmlns:a16="http://schemas.microsoft.com/office/drawing/2014/main" id="{68529E52-4FF5-4048-B6A5-4B9EE70C68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67" b="45128" l="53333" r="83590">
                        <a14:foregroundMark x1="70769" y1="27692" x2="70769" y2="27692"/>
                        <a14:foregroundMark x1="70769" y1="23077" x2="70769" y2="23077"/>
                        <a14:foregroundMark x1="70769" y1="15897" x2="66667" y2="43590"/>
                        <a14:foregroundMark x1="66667" y1="43590" x2="68205" y2="15385"/>
                        <a14:foregroundMark x1="68205" y1="15385" x2="69231" y2="42051"/>
                        <a14:foregroundMark x1="69231" y1="42051" x2="71795" y2="25128"/>
                        <a14:foregroundMark x1="65641" y1="23077" x2="65641" y2="23077"/>
                        <a14:foregroundMark x1="67692" y1="12821" x2="67692" y2="9231"/>
                        <a14:foregroundMark x1="69231" y1="9231" x2="65641" y2="6667"/>
                        <a14:backgroundMark x1="81538" y1="15897" x2="81538" y2="15897"/>
                        <a14:backgroundMark x1="82051" y1="11282" x2="82051" y2="112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816" r="12142" b="50000"/>
          <a:stretch/>
        </p:blipFill>
        <p:spPr bwMode="auto">
          <a:xfrm rot="19185891">
            <a:off x="979935" y="836136"/>
            <a:ext cx="703152" cy="857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8528BC2-617B-4E82-B295-2430B1F26070}"/>
              </a:ext>
            </a:extLst>
          </p:cNvPr>
          <p:cNvSpPr/>
          <p:nvPr/>
        </p:nvSpPr>
        <p:spPr>
          <a:xfrm>
            <a:off x="3339964" y="1043600"/>
            <a:ext cx="3350529" cy="185632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 w="285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CAC62F-0BA5-46B9-9FD3-C39ABC49F344}"/>
              </a:ext>
            </a:extLst>
          </p:cNvPr>
          <p:cNvSpPr txBox="1"/>
          <p:nvPr/>
        </p:nvSpPr>
        <p:spPr>
          <a:xfrm>
            <a:off x="574488" y="207203"/>
            <a:ext cx="1954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スタート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33AB9D2-1304-476C-A236-8DDF2464E830}"/>
              </a:ext>
            </a:extLst>
          </p:cNvPr>
          <p:cNvSpPr txBox="1"/>
          <p:nvPr/>
        </p:nvSpPr>
        <p:spPr>
          <a:xfrm>
            <a:off x="4319834" y="308012"/>
            <a:ext cx="1954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方向指定（右）</a:t>
            </a:r>
            <a:endParaRPr kumimoji="1"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D19B190-6F0B-406C-9BF6-D7CEBF5ADC86}"/>
              </a:ext>
            </a:extLst>
          </p:cNvPr>
          <p:cNvSpPr txBox="1"/>
          <p:nvPr/>
        </p:nvSpPr>
        <p:spPr>
          <a:xfrm>
            <a:off x="9045465" y="298386"/>
            <a:ext cx="1954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範囲指定</a:t>
            </a:r>
            <a:endParaRPr kumimoji="1" lang="en-US" altLang="ja-JP" dirty="0"/>
          </a:p>
        </p:txBody>
      </p:sp>
      <p:sp>
        <p:nvSpPr>
          <p:cNvPr id="13" name="矢印: 左 12">
            <a:extLst>
              <a:ext uri="{FF2B5EF4-FFF2-40B4-BE49-F238E27FC236}">
                <a16:creationId xmlns:a16="http://schemas.microsoft.com/office/drawing/2014/main" id="{2D1242C3-6DEB-4B9B-A7F0-612EADE5D0FA}"/>
              </a:ext>
            </a:extLst>
          </p:cNvPr>
          <p:cNvSpPr/>
          <p:nvPr/>
        </p:nvSpPr>
        <p:spPr>
          <a:xfrm rot="10800000">
            <a:off x="6577813" y="1015987"/>
            <a:ext cx="484852" cy="561076"/>
          </a:xfrm>
          <a:prstGeom prst="leftArrow">
            <a:avLst/>
          </a:prstGeom>
          <a:solidFill>
            <a:srgbClr val="FFFF00">
              <a:alpha val="50000"/>
            </a:srgbClr>
          </a:solidFill>
          <a:ln>
            <a:solidFill>
              <a:schemeClr val="accent1">
                <a:shade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65545F1-5312-41DB-8375-C38A6E4FF936}"/>
              </a:ext>
            </a:extLst>
          </p:cNvPr>
          <p:cNvGrpSpPr/>
          <p:nvPr/>
        </p:nvGrpSpPr>
        <p:grpSpPr>
          <a:xfrm>
            <a:off x="7991919" y="960358"/>
            <a:ext cx="3746082" cy="2637000"/>
            <a:chOff x="7973942" y="960358"/>
            <a:chExt cx="3746082" cy="2637000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87E8119A-A9FC-4C07-A5BE-51B184EC1EB2}"/>
                </a:ext>
              </a:extLst>
            </p:cNvPr>
            <p:cNvSpPr/>
            <p:nvPr/>
          </p:nvSpPr>
          <p:spPr>
            <a:xfrm>
              <a:off x="7973942" y="960358"/>
              <a:ext cx="3350529" cy="2133824"/>
            </a:xfrm>
            <a:prstGeom prst="rect">
              <a:avLst/>
            </a:prstGeom>
            <a:solidFill>
              <a:schemeClr val="bg1">
                <a:lumMod val="85000"/>
                <a:alpha val="29000"/>
              </a:schemeClr>
            </a:solidFill>
            <a:ln w="28575"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矢印: 左 13">
              <a:extLst>
                <a:ext uri="{FF2B5EF4-FFF2-40B4-BE49-F238E27FC236}">
                  <a16:creationId xmlns:a16="http://schemas.microsoft.com/office/drawing/2014/main" id="{A537CEAE-A790-4820-AB91-D4DA10881E4C}"/>
                </a:ext>
              </a:extLst>
            </p:cNvPr>
            <p:cNvSpPr/>
            <p:nvPr/>
          </p:nvSpPr>
          <p:spPr>
            <a:xfrm rot="10800000">
              <a:off x="11048786" y="2700559"/>
              <a:ext cx="671238" cy="896799"/>
            </a:xfrm>
            <a:prstGeom prst="leftArrow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262C9E7-62FD-49D0-A6B6-8627C6525DB1}"/>
              </a:ext>
            </a:extLst>
          </p:cNvPr>
          <p:cNvSpPr txBox="1"/>
          <p:nvPr/>
        </p:nvSpPr>
        <p:spPr>
          <a:xfrm>
            <a:off x="3568412" y="1496399"/>
            <a:ext cx="3832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移動量の多い方向に指定される</a:t>
            </a:r>
            <a:endParaRPr lang="en-US" altLang="ja-JP" dirty="0"/>
          </a:p>
          <a:p>
            <a:r>
              <a:rPr kumimoji="1" lang="ja-JP" altLang="en-US" dirty="0"/>
              <a:t>マウスカーソルが矢印に変化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3C75CED-0004-4ECF-BCD9-C18EC5CAEFA3}"/>
              </a:ext>
            </a:extLst>
          </p:cNvPr>
          <p:cNvSpPr/>
          <p:nvPr/>
        </p:nvSpPr>
        <p:spPr>
          <a:xfrm rot="16200000">
            <a:off x="-408551" y="4283008"/>
            <a:ext cx="3350529" cy="185632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 w="285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左 16">
            <a:extLst>
              <a:ext uri="{FF2B5EF4-FFF2-40B4-BE49-F238E27FC236}">
                <a16:creationId xmlns:a16="http://schemas.microsoft.com/office/drawing/2014/main" id="{00789947-DE31-4830-B53E-F6259D7B38BE}"/>
              </a:ext>
            </a:extLst>
          </p:cNvPr>
          <p:cNvSpPr/>
          <p:nvPr/>
        </p:nvSpPr>
        <p:spPr>
          <a:xfrm rot="5400000">
            <a:off x="1134514" y="2537505"/>
            <a:ext cx="492571" cy="468372"/>
          </a:xfrm>
          <a:prstGeom prst="leftArrow">
            <a:avLst/>
          </a:prstGeom>
          <a:solidFill>
            <a:srgbClr val="FFFF00">
              <a:alpha val="50000"/>
            </a:srgbClr>
          </a:solidFill>
          <a:ln>
            <a:solidFill>
              <a:schemeClr val="accent1">
                <a:shade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1736F54-8DC4-4704-A622-9745134A64F6}"/>
              </a:ext>
            </a:extLst>
          </p:cNvPr>
          <p:cNvSpPr/>
          <p:nvPr/>
        </p:nvSpPr>
        <p:spPr>
          <a:xfrm rot="10800000">
            <a:off x="2309620" y="4261323"/>
            <a:ext cx="3350529" cy="185632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 w="285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矢印: 左 19">
            <a:extLst>
              <a:ext uri="{FF2B5EF4-FFF2-40B4-BE49-F238E27FC236}">
                <a16:creationId xmlns:a16="http://schemas.microsoft.com/office/drawing/2014/main" id="{8B093BFA-60E8-42DA-81CA-2E89F8F6FF92}"/>
              </a:ext>
            </a:extLst>
          </p:cNvPr>
          <p:cNvSpPr/>
          <p:nvPr/>
        </p:nvSpPr>
        <p:spPr>
          <a:xfrm>
            <a:off x="2015907" y="4076768"/>
            <a:ext cx="587424" cy="740376"/>
          </a:xfrm>
          <a:prstGeom prst="leftArrow">
            <a:avLst/>
          </a:prstGeom>
          <a:solidFill>
            <a:srgbClr val="FFFF00">
              <a:alpha val="50000"/>
            </a:srgbClr>
          </a:solidFill>
          <a:ln>
            <a:solidFill>
              <a:schemeClr val="accent1">
                <a:shade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B251BBF-DA78-498E-A80F-385876CE15D7}"/>
              </a:ext>
            </a:extLst>
          </p:cNvPr>
          <p:cNvSpPr/>
          <p:nvPr/>
        </p:nvSpPr>
        <p:spPr>
          <a:xfrm rot="5400000">
            <a:off x="4873501" y="4354140"/>
            <a:ext cx="3350529" cy="185632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 w="285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矢印: 左 22">
            <a:extLst>
              <a:ext uri="{FF2B5EF4-FFF2-40B4-BE49-F238E27FC236}">
                <a16:creationId xmlns:a16="http://schemas.microsoft.com/office/drawing/2014/main" id="{16A127F8-014F-4C5C-A9A9-3C94271F0AD1}"/>
              </a:ext>
            </a:extLst>
          </p:cNvPr>
          <p:cNvSpPr/>
          <p:nvPr/>
        </p:nvSpPr>
        <p:spPr>
          <a:xfrm rot="16200000">
            <a:off x="6391238" y="5875119"/>
            <a:ext cx="598509" cy="542353"/>
          </a:xfrm>
          <a:prstGeom prst="leftArrow">
            <a:avLst/>
          </a:prstGeom>
          <a:solidFill>
            <a:srgbClr val="FFFF00">
              <a:alpha val="50000"/>
            </a:srgbClr>
          </a:solidFill>
          <a:ln>
            <a:solidFill>
              <a:schemeClr val="accent1">
                <a:shade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20E5D3E-07D2-4417-88FC-AB7EE0FD1D19}"/>
              </a:ext>
            </a:extLst>
          </p:cNvPr>
          <p:cNvSpPr txBox="1"/>
          <p:nvPr/>
        </p:nvSpPr>
        <p:spPr>
          <a:xfrm>
            <a:off x="454416" y="2233160"/>
            <a:ext cx="1954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方向指定（上）</a:t>
            </a:r>
            <a:endParaRPr kumimoji="1" lang="en-US" altLang="ja-JP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B10C5AF-0CA9-4C4C-BDED-31934354D13A}"/>
              </a:ext>
            </a:extLst>
          </p:cNvPr>
          <p:cNvSpPr txBox="1"/>
          <p:nvPr/>
        </p:nvSpPr>
        <p:spPr>
          <a:xfrm>
            <a:off x="3061166" y="3794937"/>
            <a:ext cx="1954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方向指定（左）</a:t>
            </a:r>
            <a:endParaRPr kumimoji="1" lang="en-US" altLang="ja-JP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FA7B539-0C74-4212-BBDD-DC7D0C0EAE34}"/>
              </a:ext>
            </a:extLst>
          </p:cNvPr>
          <p:cNvSpPr txBox="1"/>
          <p:nvPr/>
        </p:nvSpPr>
        <p:spPr>
          <a:xfrm>
            <a:off x="5694936" y="2378284"/>
            <a:ext cx="1954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方向指定（下）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81107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D19B190-6F0B-406C-9BF6-D7CEBF5ADC86}"/>
              </a:ext>
            </a:extLst>
          </p:cNvPr>
          <p:cNvSpPr txBox="1"/>
          <p:nvPr/>
        </p:nvSpPr>
        <p:spPr>
          <a:xfrm>
            <a:off x="3592288" y="293323"/>
            <a:ext cx="2594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右クリックで削除</a:t>
            </a:r>
            <a:endParaRPr kumimoji="1" lang="en-US" altLang="ja-JP" dirty="0"/>
          </a:p>
        </p:txBody>
      </p: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9DA927DE-4C38-4D1C-8837-8A0EFAA49AD1}"/>
              </a:ext>
            </a:extLst>
          </p:cNvPr>
          <p:cNvGrpSpPr/>
          <p:nvPr/>
        </p:nvGrpSpPr>
        <p:grpSpPr>
          <a:xfrm>
            <a:off x="304800" y="390874"/>
            <a:ext cx="3343564" cy="1468582"/>
            <a:chOff x="304800" y="390874"/>
            <a:chExt cx="3343564" cy="1468582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0E010408-E99C-42D9-B6AD-8C15E39308D5}"/>
                </a:ext>
              </a:extLst>
            </p:cNvPr>
            <p:cNvSpPr/>
            <p:nvPr/>
          </p:nvSpPr>
          <p:spPr>
            <a:xfrm>
              <a:off x="304800" y="390874"/>
              <a:ext cx="3343564" cy="1468582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D8CF515F-869A-48BA-A196-D74DDF4F07CB}"/>
                </a:ext>
              </a:extLst>
            </p:cNvPr>
            <p:cNvGrpSpPr/>
            <p:nvPr/>
          </p:nvGrpSpPr>
          <p:grpSpPr>
            <a:xfrm>
              <a:off x="480291" y="559058"/>
              <a:ext cx="3020002" cy="1191814"/>
              <a:chOff x="1052946" y="1387385"/>
              <a:chExt cx="3020002" cy="1191814"/>
            </a:xfrm>
          </p:grpSpPr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87E8119A-A9FC-4C07-A5BE-51B184EC1EB2}"/>
                  </a:ext>
                </a:extLst>
              </p:cNvPr>
              <p:cNvSpPr/>
              <p:nvPr/>
            </p:nvSpPr>
            <p:spPr>
              <a:xfrm>
                <a:off x="2008581" y="1387385"/>
                <a:ext cx="1025236" cy="832043"/>
              </a:xfrm>
              <a:prstGeom prst="rect">
                <a:avLst/>
              </a:prstGeom>
              <a:solidFill>
                <a:schemeClr val="bg1">
                  <a:lumMod val="85000"/>
                  <a:alpha val="29000"/>
                </a:schemeClr>
              </a:solidFill>
              <a:ln w="28575"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矢印: 左 13">
                <a:extLst>
                  <a:ext uri="{FF2B5EF4-FFF2-40B4-BE49-F238E27FC236}">
                    <a16:creationId xmlns:a16="http://schemas.microsoft.com/office/drawing/2014/main" id="{A537CEAE-A790-4820-AB91-D4DA10881E4C}"/>
                  </a:ext>
                </a:extLst>
              </p:cNvPr>
              <p:cNvSpPr/>
              <p:nvPr/>
            </p:nvSpPr>
            <p:spPr>
              <a:xfrm rot="10800000">
                <a:off x="2150731" y="1550287"/>
                <a:ext cx="740935" cy="515152"/>
              </a:xfrm>
              <a:prstGeom prst="leftArrow">
                <a:avLst/>
              </a:prstGeom>
              <a:solidFill>
                <a:srgbClr val="FFFF00">
                  <a:alpha val="50000"/>
                </a:srgbClr>
              </a:solidFill>
              <a:ln>
                <a:solidFill>
                  <a:schemeClr val="accent1">
                    <a:shade val="50000"/>
                    <a:alpha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pic>
            <p:nvPicPr>
              <p:cNvPr id="28" name="Picture 2" descr="歩くおじいさんのイラスト | かわいいフリー素材集 いらすとや">
                <a:extLst>
                  <a:ext uri="{FF2B5EF4-FFF2-40B4-BE49-F238E27FC236}">
                    <a16:creationId xmlns:a16="http://schemas.microsoft.com/office/drawing/2014/main" id="{AA99FDD7-99FB-46E6-ABFC-482881F30D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213491" y="1607126"/>
                <a:ext cx="567863" cy="8320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75577B12-E56A-4F27-BC9E-F5600E5ADF38}"/>
                  </a:ext>
                </a:extLst>
              </p:cNvPr>
              <p:cNvSpPr/>
              <p:nvPr/>
            </p:nvSpPr>
            <p:spPr>
              <a:xfrm>
                <a:off x="1052946" y="2412229"/>
                <a:ext cx="1025236" cy="16697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8F92E8CC-6E02-48B8-88FF-2FB082A1AACD}"/>
                  </a:ext>
                </a:extLst>
              </p:cNvPr>
              <p:cNvSpPr/>
              <p:nvPr/>
            </p:nvSpPr>
            <p:spPr>
              <a:xfrm>
                <a:off x="3047712" y="2412229"/>
                <a:ext cx="1025236" cy="16697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/>
                  <a:t>　</a:t>
                </a:r>
              </a:p>
            </p:txBody>
          </p:sp>
        </p:grp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E92B401B-5992-4160-9474-90B9371DA675}"/>
              </a:ext>
            </a:extLst>
          </p:cNvPr>
          <p:cNvGrpSpPr/>
          <p:nvPr/>
        </p:nvGrpSpPr>
        <p:grpSpPr>
          <a:xfrm>
            <a:off x="5615708" y="403825"/>
            <a:ext cx="3343564" cy="1468582"/>
            <a:chOff x="304800" y="390874"/>
            <a:chExt cx="3343564" cy="1468582"/>
          </a:xfrm>
        </p:grpSpPr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786B7866-876C-4933-8593-21CBCDFE7167}"/>
                </a:ext>
              </a:extLst>
            </p:cNvPr>
            <p:cNvSpPr/>
            <p:nvPr/>
          </p:nvSpPr>
          <p:spPr>
            <a:xfrm>
              <a:off x="304800" y="390874"/>
              <a:ext cx="3343564" cy="1468582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731CECA2-9AEB-4663-8292-3D87FB1E37BD}"/>
                </a:ext>
              </a:extLst>
            </p:cNvPr>
            <p:cNvGrpSpPr/>
            <p:nvPr/>
          </p:nvGrpSpPr>
          <p:grpSpPr>
            <a:xfrm>
              <a:off x="480291" y="778799"/>
              <a:ext cx="3020002" cy="972073"/>
              <a:chOff x="1052946" y="1607126"/>
              <a:chExt cx="3020002" cy="972073"/>
            </a:xfrm>
          </p:grpSpPr>
          <p:pic>
            <p:nvPicPr>
              <p:cNvPr id="38" name="Picture 2" descr="歩くおじいさんのイラスト | かわいいフリー素材集 いらすとや">
                <a:extLst>
                  <a:ext uri="{FF2B5EF4-FFF2-40B4-BE49-F238E27FC236}">
                    <a16:creationId xmlns:a16="http://schemas.microsoft.com/office/drawing/2014/main" id="{5D23F7D0-FC42-433B-9416-924CD9551D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213491" y="1607126"/>
                <a:ext cx="567863" cy="8320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8405D1F4-261E-47ED-9D80-CB88C103DE04}"/>
                  </a:ext>
                </a:extLst>
              </p:cNvPr>
              <p:cNvSpPr/>
              <p:nvPr/>
            </p:nvSpPr>
            <p:spPr>
              <a:xfrm>
                <a:off x="1052946" y="2412229"/>
                <a:ext cx="1025236" cy="16697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0" name="正方形/長方形 39">
                <a:extLst>
                  <a:ext uri="{FF2B5EF4-FFF2-40B4-BE49-F238E27FC236}">
                    <a16:creationId xmlns:a16="http://schemas.microsoft.com/office/drawing/2014/main" id="{113E9586-F757-4DB4-B587-D2DEDBE5FC21}"/>
                  </a:ext>
                </a:extLst>
              </p:cNvPr>
              <p:cNvSpPr/>
              <p:nvPr/>
            </p:nvSpPr>
            <p:spPr>
              <a:xfrm>
                <a:off x="3047712" y="2412229"/>
                <a:ext cx="1025236" cy="16697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/>
                  <a:t>　</a:t>
                </a:r>
              </a:p>
            </p:txBody>
          </p:sp>
        </p:grpSp>
      </p:grpSp>
      <p:sp>
        <p:nvSpPr>
          <p:cNvPr id="41" name="矢印: 左 40">
            <a:extLst>
              <a:ext uri="{FF2B5EF4-FFF2-40B4-BE49-F238E27FC236}">
                <a16:creationId xmlns:a16="http://schemas.microsoft.com/office/drawing/2014/main" id="{C5178ECC-9E85-4AB4-B216-05E379FCC2FC}"/>
              </a:ext>
            </a:extLst>
          </p:cNvPr>
          <p:cNvSpPr/>
          <p:nvPr/>
        </p:nvSpPr>
        <p:spPr>
          <a:xfrm rot="10800000">
            <a:off x="4310918" y="880540"/>
            <a:ext cx="740935" cy="515152"/>
          </a:xfrm>
          <a:prstGeom prst="leftArrow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>
                <a:shade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ED625922-29C1-4E6F-B9BA-0C50EF43C9F6}"/>
              </a:ext>
            </a:extLst>
          </p:cNvPr>
          <p:cNvGrpSpPr/>
          <p:nvPr/>
        </p:nvGrpSpPr>
        <p:grpSpPr>
          <a:xfrm>
            <a:off x="309089" y="2247381"/>
            <a:ext cx="3343564" cy="1468582"/>
            <a:chOff x="304800" y="390874"/>
            <a:chExt cx="3343564" cy="1468582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74EEC34D-1354-4991-BC0D-E062D8D38D39}"/>
                </a:ext>
              </a:extLst>
            </p:cNvPr>
            <p:cNvSpPr/>
            <p:nvPr/>
          </p:nvSpPr>
          <p:spPr>
            <a:xfrm>
              <a:off x="304800" y="390874"/>
              <a:ext cx="3343564" cy="1468582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2D849995-5018-4017-9E5E-FD64E19589EC}"/>
                </a:ext>
              </a:extLst>
            </p:cNvPr>
            <p:cNvGrpSpPr/>
            <p:nvPr/>
          </p:nvGrpSpPr>
          <p:grpSpPr>
            <a:xfrm>
              <a:off x="480291" y="559058"/>
              <a:ext cx="3020002" cy="1191814"/>
              <a:chOff x="1052946" y="1387385"/>
              <a:chExt cx="3020002" cy="1191814"/>
            </a:xfrm>
          </p:grpSpPr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9AB0679A-4B68-4611-959C-B22E2612ADDF}"/>
                  </a:ext>
                </a:extLst>
              </p:cNvPr>
              <p:cNvSpPr/>
              <p:nvPr/>
            </p:nvSpPr>
            <p:spPr>
              <a:xfrm>
                <a:off x="2008581" y="1387385"/>
                <a:ext cx="462476" cy="406273"/>
              </a:xfrm>
              <a:prstGeom prst="rect">
                <a:avLst/>
              </a:prstGeom>
              <a:solidFill>
                <a:schemeClr val="bg1">
                  <a:lumMod val="85000"/>
                  <a:alpha val="29000"/>
                </a:schemeClr>
              </a:solidFill>
              <a:ln w="28575"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6" name="矢印: 左 45">
                <a:extLst>
                  <a:ext uri="{FF2B5EF4-FFF2-40B4-BE49-F238E27FC236}">
                    <a16:creationId xmlns:a16="http://schemas.microsoft.com/office/drawing/2014/main" id="{8357C493-B093-433C-9767-97D15E5A5DA9}"/>
                  </a:ext>
                </a:extLst>
              </p:cNvPr>
              <p:cNvSpPr/>
              <p:nvPr/>
            </p:nvSpPr>
            <p:spPr>
              <a:xfrm rot="10800000">
                <a:off x="2079655" y="1485440"/>
                <a:ext cx="320327" cy="243371"/>
              </a:xfrm>
              <a:prstGeom prst="leftArrow">
                <a:avLst/>
              </a:prstGeom>
              <a:solidFill>
                <a:srgbClr val="FFFF00">
                  <a:alpha val="50000"/>
                </a:srgbClr>
              </a:solidFill>
              <a:ln>
                <a:solidFill>
                  <a:schemeClr val="accent1">
                    <a:shade val="50000"/>
                    <a:alpha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pic>
            <p:nvPicPr>
              <p:cNvPr id="47" name="Picture 2" descr="歩くおじいさんのイラスト | かわいいフリー素材集 いらすとや">
                <a:extLst>
                  <a:ext uri="{FF2B5EF4-FFF2-40B4-BE49-F238E27FC236}">
                    <a16:creationId xmlns:a16="http://schemas.microsoft.com/office/drawing/2014/main" id="{322D3D28-C4F9-4D46-A3AC-33F71FEEF3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213491" y="1607126"/>
                <a:ext cx="567863" cy="8320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47B59BB6-879C-48F5-A880-392C3D72F099}"/>
                  </a:ext>
                </a:extLst>
              </p:cNvPr>
              <p:cNvSpPr/>
              <p:nvPr/>
            </p:nvSpPr>
            <p:spPr>
              <a:xfrm>
                <a:off x="1052946" y="2412229"/>
                <a:ext cx="1025236" cy="16697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45C799F5-0CA2-4CEB-92ED-CD275FFE6C0B}"/>
                  </a:ext>
                </a:extLst>
              </p:cNvPr>
              <p:cNvSpPr/>
              <p:nvPr/>
            </p:nvSpPr>
            <p:spPr>
              <a:xfrm>
                <a:off x="3047712" y="2412229"/>
                <a:ext cx="1025236" cy="16697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/>
                  <a:t>　</a:t>
                </a:r>
              </a:p>
            </p:txBody>
          </p:sp>
        </p:grpSp>
      </p:grp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647A5225-D731-429F-B288-1C16A6568E00}"/>
              </a:ext>
            </a:extLst>
          </p:cNvPr>
          <p:cNvSpPr/>
          <p:nvPr/>
        </p:nvSpPr>
        <p:spPr>
          <a:xfrm>
            <a:off x="2309445" y="2848190"/>
            <a:ext cx="462476" cy="406273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 w="285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矢印: 左 50">
            <a:extLst>
              <a:ext uri="{FF2B5EF4-FFF2-40B4-BE49-F238E27FC236}">
                <a16:creationId xmlns:a16="http://schemas.microsoft.com/office/drawing/2014/main" id="{FB09A0E9-6D48-4E2E-81A4-65F0CD3E6FA2}"/>
              </a:ext>
            </a:extLst>
          </p:cNvPr>
          <p:cNvSpPr/>
          <p:nvPr/>
        </p:nvSpPr>
        <p:spPr>
          <a:xfrm rot="10800000">
            <a:off x="2380519" y="2943900"/>
            <a:ext cx="320327" cy="243371"/>
          </a:xfrm>
          <a:prstGeom prst="leftArrow">
            <a:avLst/>
          </a:prstGeom>
          <a:solidFill>
            <a:srgbClr val="FFFF00">
              <a:alpha val="50000"/>
            </a:srgbClr>
          </a:solidFill>
          <a:ln>
            <a:solidFill>
              <a:schemeClr val="accent1">
                <a:shade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2" name="矢印: 左 51">
            <a:extLst>
              <a:ext uri="{FF2B5EF4-FFF2-40B4-BE49-F238E27FC236}">
                <a16:creationId xmlns:a16="http://schemas.microsoft.com/office/drawing/2014/main" id="{CCC68F38-406A-429D-927D-8F6C6BC67D06}"/>
              </a:ext>
            </a:extLst>
          </p:cNvPr>
          <p:cNvSpPr/>
          <p:nvPr/>
        </p:nvSpPr>
        <p:spPr>
          <a:xfrm rot="10800000">
            <a:off x="4104680" y="2713549"/>
            <a:ext cx="740935" cy="515152"/>
          </a:xfrm>
          <a:prstGeom prst="leftArrow">
            <a:avLst/>
          </a:prstGeom>
          <a:solidFill>
            <a:schemeClr val="tx1">
              <a:alpha val="50000"/>
            </a:schemeClr>
          </a:solidFill>
          <a:ln>
            <a:solidFill>
              <a:schemeClr val="accent1">
                <a:shade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E9E70067-8958-46F5-8D82-68619DDEABA0}"/>
              </a:ext>
            </a:extLst>
          </p:cNvPr>
          <p:cNvGrpSpPr/>
          <p:nvPr/>
        </p:nvGrpSpPr>
        <p:grpSpPr>
          <a:xfrm>
            <a:off x="5615708" y="2260332"/>
            <a:ext cx="3343564" cy="1468582"/>
            <a:chOff x="304800" y="390874"/>
            <a:chExt cx="3343564" cy="1468582"/>
          </a:xfrm>
        </p:grpSpPr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EE8E1868-3CCF-4A6B-AF54-ED030D695EFA}"/>
                </a:ext>
              </a:extLst>
            </p:cNvPr>
            <p:cNvSpPr/>
            <p:nvPr/>
          </p:nvSpPr>
          <p:spPr>
            <a:xfrm>
              <a:off x="304800" y="390874"/>
              <a:ext cx="3343564" cy="1468582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5" name="グループ化 54">
              <a:extLst>
                <a:ext uri="{FF2B5EF4-FFF2-40B4-BE49-F238E27FC236}">
                  <a16:creationId xmlns:a16="http://schemas.microsoft.com/office/drawing/2014/main" id="{2611CFE5-6C9E-4F37-A7A5-9680FE43CE04}"/>
                </a:ext>
              </a:extLst>
            </p:cNvPr>
            <p:cNvGrpSpPr/>
            <p:nvPr/>
          </p:nvGrpSpPr>
          <p:grpSpPr>
            <a:xfrm>
              <a:off x="412149" y="559058"/>
              <a:ext cx="3218916" cy="1259576"/>
              <a:chOff x="984804" y="1387385"/>
              <a:chExt cx="3218916" cy="1259576"/>
            </a:xfrm>
          </p:grpSpPr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3CBE22A8-CB86-4875-A25B-1D03B6799BA0}"/>
                  </a:ext>
                </a:extLst>
              </p:cNvPr>
              <p:cNvSpPr/>
              <p:nvPr/>
            </p:nvSpPr>
            <p:spPr>
              <a:xfrm>
                <a:off x="2008581" y="1387385"/>
                <a:ext cx="462476" cy="406273"/>
              </a:xfrm>
              <a:prstGeom prst="rect">
                <a:avLst/>
              </a:prstGeom>
              <a:solidFill>
                <a:schemeClr val="bg1">
                  <a:lumMod val="85000"/>
                  <a:alpha val="29000"/>
                </a:schemeClr>
              </a:solidFill>
              <a:ln w="28575"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矢印: 左 56">
                <a:extLst>
                  <a:ext uri="{FF2B5EF4-FFF2-40B4-BE49-F238E27FC236}">
                    <a16:creationId xmlns:a16="http://schemas.microsoft.com/office/drawing/2014/main" id="{D414BADA-927E-488A-BC5C-02B35EEA63BA}"/>
                  </a:ext>
                </a:extLst>
              </p:cNvPr>
              <p:cNvSpPr/>
              <p:nvPr/>
            </p:nvSpPr>
            <p:spPr>
              <a:xfrm rot="10800000">
                <a:off x="2079655" y="1485440"/>
                <a:ext cx="320327" cy="243371"/>
              </a:xfrm>
              <a:prstGeom prst="leftArrow">
                <a:avLst/>
              </a:prstGeom>
              <a:solidFill>
                <a:srgbClr val="FFFF00">
                  <a:alpha val="50000"/>
                </a:srgbClr>
              </a:solidFill>
              <a:ln>
                <a:solidFill>
                  <a:schemeClr val="accent1">
                    <a:shade val="50000"/>
                    <a:alpha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pic>
            <p:nvPicPr>
              <p:cNvPr id="58" name="Picture 2" descr="歩くおじいさんのイラスト | かわいいフリー素材集 いらすとや">
                <a:extLst>
                  <a:ext uri="{FF2B5EF4-FFF2-40B4-BE49-F238E27FC236}">
                    <a16:creationId xmlns:a16="http://schemas.microsoft.com/office/drawing/2014/main" id="{039C42DA-4E4D-4F96-8614-60E7CF560D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649039" y="2034175"/>
                <a:ext cx="305708" cy="4479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9" name="正方形/長方形 58">
                <a:extLst>
                  <a:ext uri="{FF2B5EF4-FFF2-40B4-BE49-F238E27FC236}">
                    <a16:creationId xmlns:a16="http://schemas.microsoft.com/office/drawing/2014/main" id="{64FC00F7-8B9C-44E6-B01F-16BA04AB71FF}"/>
                  </a:ext>
                </a:extLst>
              </p:cNvPr>
              <p:cNvSpPr/>
              <p:nvPr/>
            </p:nvSpPr>
            <p:spPr>
              <a:xfrm>
                <a:off x="984804" y="2479991"/>
                <a:ext cx="1025236" cy="16697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0" name="正方形/長方形 59">
                <a:extLst>
                  <a:ext uri="{FF2B5EF4-FFF2-40B4-BE49-F238E27FC236}">
                    <a16:creationId xmlns:a16="http://schemas.microsoft.com/office/drawing/2014/main" id="{F849F8B5-9E84-4727-B0B9-DA916EA7E8D8}"/>
                  </a:ext>
                </a:extLst>
              </p:cNvPr>
              <p:cNvSpPr/>
              <p:nvPr/>
            </p:nvSpPr>
            <p:spPr>
              <a:xfrm>
                <a:off x="2601829" y="2485265"/>
                <a:ext cx="1601891" cy="1595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/>
                  <a:t>　</a:t>
                </a:r>
              </a:p>
            </p:txBody>
          </p:sp>
        </p:grpSp>
      </p:grp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9BD71070-05B9-4637-BC86-DF0E00B78AE1}"/>
              </a:ext>
            </a:extLst>
          </p:cNvPr>
          <p:cNvSpPr txBox="1"/>
          <p:nvPr/>
        </p:nvSpPr>
        <p:spPr>
          <a:xfrm>
            <a:off x="1285151" y="2202024"/>
            <a:ext cx="2594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</a:t>
            </a:r>
            <a:r>
              <a:rPr lang="ja-JP" altLang="en-US" dirty="0"/>
              <a:t>個目</a:t>
            </a:r>
            <a:endParaRPr kumimoji="1" lang="en-US" altLang="ja-JP" dirty="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BE979B38-406F-490D-99DB-0E0C842E337D}"/>
              </a:ext>
            </a:extLst>
          </p:cNvPr>
          <p:cNvSpPr txBox="1"/>
          <p:nvPr/>
        </p:nvSpPr>
        <p:spPr>
          <a:xfrm>
            <a:off x="2167652" y="2604385"/>
            <a:ext cx="2594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2</a:t>
            </a:r>
            <a:r>
              <a:rPr lang="ja-JP" altLang="en-US" dirty="0"/>
              <a:t>個目</a:t>
            </a:r>
            <a:endParaRPr kumimoji="1" lang="en-US" altLang="ja-JP" dirty="0"/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A8B6F68B-857D-4C49-A67C-CA5BCF3A8703}"/>
              </a:ext>
            </a:extLst>
          </p:cNvPr>
          <p:cNvGrpSpPr/>
          <p:nvPr/>
        </p:nvGrpSpPr>
        <p:grpSpPr>
          <a:xfrm>
            <a:off x="7322866" y="2618701"/>
            <a:ext cx="833147" cy="768645"/>
            <a:chOff x="4366925" y="4847064"/>
            <a:chExt cx="1725599" cy="1611622"/>
          </a:xfrm>
        </p:grpSpPr>
        <p:sp>
          <p:nvSpPr>
            <p:cNvPr id="65" name="フローチャート: 端子 64">
              <a:extLst>
                <a:ext uri="{FF2B5EF4-FFF2-40B4-BE49-F238E27FC236}">
                  <a16:creationId xmlns:a16="http://schemas.microsoft.com/office/drawing/2014/main" id="{467121CE-ECCC-4F07-87D7-934F085E2DCC}"/>
                </a:ext>
              </a:extLst>
            </p:cNvPr>
            <p:cNvSpPr/>
            <p:nvPr/>
          </p:nvSpPr>
          <p:spPr>
            <a:xfrm>
              <a:off x="4366925" y="5586465"/>
              <a:ext cx="417663" cy="66189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フローチャート: 端子 68">
              <a:extLst>
                <a:ext uri="{FF2B5EF4-FFF2-40B4-BE49-F238E27FC236}">
                  <a16:creationId xmlns:a16="http://schemas.microsoft.com/office/drawing/2014/main" id="{F913A323-35FA-456B-BA60-569CC6FBF078}"/>
                </a:ext>
              </a:extLst>
            </p:cNvPr>
            <p:cNvSpPr/>
            <p:nvPr/>
          </p:nvSpPr>
          <p:spPr>
            <a:xfrm rot="16200000">
              <a:off x="5066330" y="6232580"/>
              <a:ext cx="369331" cy="82881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フローチャート: 端子 69">
              <a:extLst>
                <a:ext uri="{FF2B5EF4-FFF2-40B4-BE49-F238E27FC236}">
                  <a16:creationId xmlns:a16="http://schemas.microsoft.com/office/drawing/2014/main" id="{58D4FBA5-A180-40D7-83D9-DF708E9BBE76}"/>
                </a:ext>
              </a:extLst>
            </p:cNvPr>
            <p:cNvSpPr/>
            <p:nvPr/>
          </p:nvSpPr>
          <p:spPr>
            <a:xfrm>
              <a:off x="5674861" y="5586465"/>
              <a:ext cx="417663" cy="66189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フローチャート: 端子 70">
              <a:extLst>
                <a:ext uri="{FF2B5EF4-FFF2-40B4-BE49-F238E27FC236}">
                  <a16:creationId xmlns:a16="http://schemas.microsoft.com/office/drawing/2014/main" id="{54CDFCEF-598C-4ED0-91F0-19F83668D52E}"/>
                </a:ext>
              </a:extLst>
            </p:cNvPr>
            <p:cNvSpPr/>
            <p:nvPr/>
          </p:nvSpPr>
          <p:spPr>
            <a:xfrm rot="16200000">
              <a:off x="5066330" y="4990289"/>
              <a:ext cx="369331" cy="82881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フローチャート: 端子 71">
              <a:extLst>
                <a:ext uri="{FF2B5EF4-FFF2-40B4-BE49-F238E27FC236}">
                  <a16:creationId xmlns:a16="http://schemas.microsoft.com/office/drawing/2014/main" id="{4CD28F08-9684-4D0C-8D69-7C9A2E52E1C1}"/>
                </a:ext>
              </a:extLst>
            </p:cNvPr>
            <p:cNvSpPr/>
            <p:nvPr/>
          </p:nvSpPr>
          <p:spPr>
            <a:xfrm rot="1977122">
              <a:off x="5549675" y="6099565"/>
              <a:ext cx="417663" cy="66189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フローチャート: 端子 72">
              <a:extLst>
                <a:ext uri="{FF2B5EF4-FFF2-40B4-BE49-F238E27FC236}">
                  <a16:creationId xmlns:a16="http://schemas.microsoft.com/office/drawing/2014/main" id="{C757F8DF-4754-4FAB-9FE2-390CDDD8FCA5}"/>
                </a:ext>
              </a:extLst>
            </p:cNvPr>
            <p:cNvSpPr/>
            <p:nvPr/>
          </p:nvSpPr>
          <p:spPr>
            <a:xfrm rot="1977122">
              <a:off x="4491339" y="5266748"/>
              <a:ext cx="417663" cy="66189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フローチャート: 端子 73">
              <a:extLst>
                <a:ext uri="{FF2B5EF4-FFF2-40B4-BE49-F238E27FC236}">
                  <a16:creationId xmlns:a16="http://schemas.microsoft.com/office/drawing/2014/main" id="{E6C76DD7-E069-478D-A49F-5C0CF689A90F}"/>
                </a:ext>
              </a:extLst>
            </p:cNvPr>
            <p:cNvSpPr/>
            <p:nvPr/>
          </p:nvSpPr>
          <p:spPr>
            <a:xfrm rot="19427190">
              <a:off x="4539848" y="6056260"/>
              <a:ext cx="417663" cy="66189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フローチャート: 端子 74">
              <a:extLst>
                <a:ext uri="{FF2B5EF4-FFF2-40B4-BE49-F238E27FC236}">
                  <a16:creationId xmlns:a16="http://schemas.microsoft.com/office/drawing/2014/main" id="{965DC005-B4B1-427F-872D-1978254B3715}"/>
                </a:ext>
              </a:extLst>
            </p:cNvPr>
            <p:cNvSpPr/>
            <p:nvPr/>
          </p:nvSpPr>
          <p:spPr>
            <a:xfrm rot="19427190">
              <a:off x="5587793" y="5183300"/>
              <a:ext cx="417663" cy="66189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F5172BE5-D4CA-4D28-B98A-3C62195E026B}"/>
              </a:ext>
            </a:extLst>
          </p:cNvPr>
          <p:cNvGrpSpPr/>
          <p:nvPr/>
        </p:nvGrpSpPr>
        <p:grpSpPr>
          <a:xfrm>
            <a:off x="6602623" y="369471"/>
            <a:ext cx="1351736" cy="1272290"/>
            <a:chOff x="4366925" y="4847064"/>
            <a:chExt cx="1725599" cy="1611622"/>
          </a:xfrm>
        </p:grpSpPr>
        <p:sp>
          <p:nvSpPr>
            <p:cNvPr id="78" name="フローチャート: 端子 77">
              <a:extLst>
                <a:ext uri="{FF2B5EF4-FFF2-40B4-BE49-F238E27FC236}">
                  <a16:creationId xmlns:a16="http://schemas.microsoft.com/office/drawing/2014/main" id="{33C418C1-131B-4B44-8F6A-406435D6B42F}"/>
                </a:ext>
              </a:extLst>
            </p:cNvPr>
            <p:cNvSpPr/>
            <p:nvPr/>
          </p:nvSpPr>
          <p:spPr>
            <a:xfrm>
              <a:off x="4366925" y="5586465"/>
              <a:ext cx="417663" cy="66189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フローチャート: 端子 78">
              <a:extLst>
                <a:ext uri="{FF2B5EF4-FFF2-40B4-BE49-F238E27FC236}">
                  <a16:creationId xmlns:a16="http://schemas.microsoft.com/office/drawing/2014/main" id="{4E8B4404-8410-4E79-B337-8B535DBC201D}"/>
                </a:ext>
              </a:extLst>
            </p:cNvPr>
            <p:cNvSpPr/>
            <p:nvPr/>
          </p:nvSpPr>
          <p:spPr>
            <a:xfrm rot="16200000">
              <a:off x="5066330" y="6232580"/>
              <a:ext cx="369331" cy="82881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フローチャート: 端子 79">
              <a:extLst>
                <a:ext uri="{FF2B5EF4-FFF2-40B4-BE49-F238E27FC236}">
                  <a16:creationId xmlns:a16="http://schemas.microsoft.com/office/drawing/2014/main" id="{AC99F6F7-9BAE-454A-B2D7-ABB09101C6D8}"/>
                </a:ext>
              </a:extLst>
            </p:cNvPr>
            <p:cNvSpPr/>
            <p:nvPr/>
          </p:nvSpPr>
          <p:spPr>
            <a:xfrm>
              <a:off x="5674861" y="5586465"/>
              <a:ext cx="417663" cy="66189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フローチャート: 端子 80">
              <a:extLst>
                <a:ext uri="{FF2B5EF4-FFF2-40B4-BE49-F238E27FC236}">
                  <a16:creationId xmlns:a16="http://schemas.microsoft.com/office/drawing/2014/main" id="{8896D7AC-DD6A-4D89-B3E1-C5085FFEA574}"/>
                </a:ext>
              </a:extLst>
            </p:cNvPr>
            <p:cNvSpPr/>
            <p:nvPr/>
          </p:nvSpPr>
          <p:spPr>
            <a:xfrm rot="16200000">
              <a:off x="5066330" y="4990289"/>
              <a:ext cx="369331" cy="82881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フローチャート: 端子 81">
              <a:extLst>
                <a:ext uri="{FF2B5EF4-FFF2-40B4-BE49-F238E27FC236}">
                  <a16:creationId xmlns:a16="http://schemas.microsoft.com/office/drawing/2014/main" id="{1DE7EEF9-CAC5-4A57-9E40-EFE0100C7585}"/>
                </a:ext>
              </a:extLst>
            </p:cNvPr>
            <p:cNvSpPr/>
            <p:nvPr/>
          </p:nvSpPr>
          <p:spPr>
            <a:xfrm rot="1977122">
              <a:off x="5549675" y="6099565"/>
              <a:ext cx="417663" cy="66189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フローチャート: 端子 82">
              <a:extLst>
                <a:ext uri="{FF2B5EF4-FFF2-40B4-BE49-F238E27FC236}">
                  <a16:creationId xmlns:a16="http://schemas.microsoft.com/office/drawing/2014/main" id="{8B1BAAEA-7297-4D49-AE57-1EE8F04AE14D}"/>
                </a:ext>
              </a:extLst>
            </p:cNvPr>
            <p:cNvSpPr/>
            <p:nvPr/>
          </p:nvSpPr>
          <p:spPr>
            <a:xfrm rot="1977122">
              <a:off x="4491339" y="5266748"/>
              <a:ext cx="417663" cy="66189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フローチャート: 端子 83">
              <a:extLst>
                <a:ext uri="{FF2B5EF4-FFF2-40B4-BE49-F238E27FC236}">
                  <a16:creationId xmlns:a16="http://schemas.microsoft.com/office/drawing/2014/main" id="{BD015402-613B-4513-8A29-4348E98FF23E}"/>
                </a:ext>
              </a:extLst>
            </p:cNvPr>
            <p:cNvSpPr/>
            <p:nvPr/>
          </p:nvSpPr>
          <p:spPr>
            <a:xfrm rot="19427190">
              <a:off x="4539848" y="6056260"/>
              <a:ext cx="417663" cy="66189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5" name="フローチャート: 端子 84">
              <a:extLst>
                <a:ext uri="{FF2B5EF4-FFF2-40B4-BE49-F238E27FC236}">
                  <a16:creationId xmlns:a16="http://schemas.microsoft.com/office/drawing/2014/main" id="{382DE913-C33F-4D66-BFA1-9F97AACBFDD3}"/>
                </a:ext>
              </a:extLst>
            </p:cNvPr>
            <p:cNvSpPr/>
            <p:nvPr/>
          </p:nvSpPr>
          <p:spPr>
            <a:xfrm rot="19427190">
              <a:off x="5587793" y="5183300"/>
              <a:ext cx="417663" cy="66189"/>
            </a:xfrm>
            <a:prstGeom prst="flowChartTermina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B53083D7-D838-4574-8031-8A0AAE5636C6}"/>
              </a:ext>
            </a:extLst>
          </p:cNvPr>
          <p:cNvSpPr txBox="1"/>
          <p:nvPr/>
        </p:nvSpPr>
        <p:spPr>
          <a:xfrm>
            <a:off x="8564219" y="1917243"/>
            <a:ext cx="3489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直近に設置した重力場が消える</a:t>
            </a:r>
            <a:endParaRPr kumimoji="1" lang="en-US" altLang="ja-JP" dirty="0"/>
          </a:p>
        </p:txBody>
      </p: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639F0443-30AC-4727-BB08-3FB7458CFDDA}"/>
              </a:ext>
            </a:extLst>
          </p:cNvPr>
          <p:cNvCxnSpPr>
            <a:cxnSpLocks/>
          </p:cNvCxnSpPr>
          <p:nvPr/>
        </p:nvCxnSpPr>
        <p:spPr>
          <a:xfrm flipH="1">
            <a:off x="7915937" y="2226036"/>
            <a:ext cx="707107" cy="48925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グループ化 92">
            <a:extLst>
              <a:ext uri="{FF2B5EF4-FFF2-40B4-BE49-F238E27FC236}">
                <a16:creationId xmlns:a16="http://schemas.microsoft.com/office/drawing/2014/main" id="{BFCC4595-D02A-4052-95D1-D598E7708415}"/>
              </a:ext>
            </a:extLst>
          </p:cNvPr>
          <p:cNvGrpSpPr/>
          <p:nvPr/>
        </p:nvGrpSpPr>
        <p:grpSpPr>
          <a:xfrm>
            <a:off x="360763" y="2325860"/>
            <a:ext cx="284362" cy="611583"/>
            <a:chOff x="769744" y="2979377"/>
            <a:chExt cx="720000" cy="1343240"/>
          </a:xfrm>
        </p:grpSpPr>
        <p:sp>
          <p:nvSpPr>
            <p:cNvPr id="94" name="正方形/長方形 93">
              <a:extLst>
                <a:ext uri="{FF2B5EF4-FFF2-40B4-BE49-F238E27FC236}">
                  <a16:creationId xmlns:a16="http://schemas.microsoft.com/office/drawing/2014/main" id="{53F209D5-2A3F-4F41-8DEB-2E39D4D7C037}"/>
                </a:ext>
              </a:extLst>
            </p:cNvPr>
            <p:cNvSpPr/>
            <p:nvPr/>
          </p:nvSpPr>
          <p:spPr>
            <a:xfrm>
              <a:off x="769744" y="3189060"/>
              <a:ext cx="720000" cy="11335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正方形/長方形 94">
              <a:extLst>
                <a:ext uri="{FF2B5EF4-FFF2-40B4-BE49-F238E27FC236}">
                  <a16:creationId xmlns:a16="http://schemas.microsoft.com/office/drawing/2014/main" id="{718DA5DD-572A-4D73-8AEC-27F0C70CA5E0}"/>
                </a:ext>
              </a:extLst>
            </p:cNvPr>
            <p:cNvSpPr/>
            <p:nvPr/>
          </p:nvSpPr>
          <p:spPr>
            <a:xfrm>
              <a:off x="940508" y="2979377"/>
              <a:ext cx="360000" cy="20968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正方形/長方形 95">
              <a:extLst>
                <a:ext uri="{FF2B5EF4-FFF2-40B4-BE49-F238E27FC236}">
                  <a16:creationId xmlns:a16="http://schemas.microsoft.com/office/drawing/2014/main" id="{5597A2D4-0BF9-4DB5-B50A-A16DEE7680D9}"/>
                </a:ext>
              </a:extLst>
            </p:cNvPr>
            <p:cNvSpPr/>
            <p:nvPr/>
          </p:nvSpPr>
          <p:spPr>
            <a:xfrm>
              <a:off x="839289" y="3253289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7" name="正方形/長方形 96">
              <a:extLst>
                <a:ext uri="{FF2B5EF4-FFF2-40B4-BE49-F238E27FC236}">
                  <a16:creationId xmlns:a16="http://schemas.microsoft.com/office/drawing/2014/main" id="{B8E01320-97B2-4F0B-868C-F1FB3D5CA438}"/>
                </a:ext>
              </a:extLst>
            </p:cNvPr>
            <p:cNvSpPr/>
            <p:nvPr/>
          </p:nvSpPr>
          <p:spPr>
            <a:xfrm>
              <a:off x="839289" y="3515692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EE903565-EF1E-4E4E-B20D-B97AFAEFAD0C}"/>
                </a:ext>
              </a:extLst>
            </p:cNvPr>
            <p:cNvSpPr/>
            <p:nvPr/>
          </p:nvSpPr>
          <p:spPr>
            <a:xfrm>
              <a:off x="839289" y="3785691"/>
              <a:ext cx="575042" cy="213369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9745E951-B54C-4477-8302-0895D2E7E3A4}"/>
                </a:ext>
              </a:extLst>
            </p:cNvPr>
            <p:cNvSpPr/>
            <p:nvPr/>
          </p:nvSpPr>
          <p:spPr>
            <a:xfrm>
              <a:off x="839290" y="4075630"/>
              <a:ext cx="575041" cy="21337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122" name="グループ化 121">
            <a:extLst>
              <a:ext uri="{FF2B5EF4-FFF2-40B4-BE49-F238E27FC236}">
                <a16:creationId xmlns:a16="http://schemas.microsoft.com/office/drawing/2014/main" id="{4D1A5B18-C9DE-442A-8EA7-E70C1C1AA3B2}"/>
              </a:ext>
            </a:extLst>
          </p:cNvPr>
          <p:cNvGrpSpPr/>
          <p:nvPr/>
        </p:nvGrpSpPr>
        <p:grpSpPr>
          <a:xfrm>
            <a:off x="387637" y="485958"/>
            <a:ext cx="284362" cy="611583"/>
            <a:chOff x="769744" y="2979377"/>
            <a:chExt cx="720000" cy="1343240"/>
          </a:xfrm>
        </p:grpSpPr>
        <p:sp>
          <p:nvSpPr>
            <p:cNvPr id="123" name="正方形/長方形 122">
              <a:extLst>
                <a:ext uri="{FF2B5EF4-FFF2-40B4-BE49-F238E27FC236}">
                  <a16:creationId xmlns:a16="http://schemas.microsoft.com/office/drawing/2014/main" id="{90D10F58-0A5B-4AC6-8463-505E7D0963E0}"/>
                </a:ext>
              </a:extLst>
            </p:cNvPr>
            <p:cNvSpPr/>
            <p:nvPr/>
          </p:nvSpPr>
          <p:spPr>
            <a:xfrm>
              <a:off x="769744" y="3189060"/>
              <a:ext cx="720000" cy="11335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4" name="正方形/長方形 123">
              <a:extLst>
                <a:ext uri="{FF2B5EF4-FFF2-40B4-BE49-F238E27FC236}">
                  <a16:creationId xmlns:a16="http://schemas.microsoft.com/office/drawing/2014/main" id="{553BE729-43ED-4435-9655-1AB8B268DEB3}"/>
                </a:ext>
              </a:extLst>
            </p:cNvPr>
            <p:cNvSpPr/>
            <p:nvPr/>
          </p:nvSpPr>
          <p:spPr>
            <a:xfrm>
              <a:off x="940508" y="2979377"/>
              <a:ext cx="360000" cy="20968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5" name="正方形/長方形 124">
              <a:extLst>
                <a:ext uri="{FF2B5EF4-FFF2-40B4-BE49-F238E27FC236}">
                  <a16:creationId xmlns:a16="http://schemas.microsoft.com/office/drawing/2014/main" id="{732FE3A0-A925-44A3-B6AC-F32718288781}"/>
                </a:ext>
              </a:extLst>
            </p:cNvPr>
            <p:cNvSpPr/>
            <p:nvPr/>
          </p:nvSpPr>
          <p:spPr>
            <a:xfrm>
              <a:off x="839289" y="3253289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6" name="正方形/長方形 125">
              <a:extLst>
                <a:ext uri="{FF2B5EF4-FFF2-40B4-BE49-F238E27FC236}">
                  <a16:creationId xmlns:a16="http://schemas.microsoft.com/office/drawing/2014/main" id="{F22DD2B9-8B9B-458E-9E28-B71A9FA2302B}"/>
                </a:ext>
              </a:extLst>
            </p:cNvPr>
            <p:cNvSpPr/>
            <p:nvPr/>
          </p:nvSpPr>
          <p:spPr>
            <a:xfrm>
              <a:off x="839289" y="3515692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7" name="正方形/長方形 126">
              <a:extLst>
                <a:ext uri="{FF2B5EF4-FFF2-40B4-BE49-F238E27FC236}">
                  <a16:creationId xmlns:a16="http://schemas.microsoft.com/office/drawing/2014/main" id="{E355C2F3-942D-49C3-B07E-5DE1CDE58DF8}"/>
                </a:ext>
              </a:extLst>
            </p:cNvPr>
            <p:cNvSpPr/>
            <p:nvPr/>
          </p:nvSpPr>
          <p:spPr>
            <a:xfrm>
              <a:off x="839289" y="3785691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98E21B3B-07F6-4930-BAC3-B587C6CF2B63}"/>
                </a:ext>
              </a:extLst>
            </p:cNvPr>
            <p:cNvSpPr/>
            <p:nvPr/>
          </p:nvSpPr>
          <p:spPr>
            <a:xfrm>
              <a:off x="839290" y="4075630"/>
              <a:ext cx="575041" cy="21337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129" name="グループ化 128">
            <a:extLst>
              <a:ext uri="{FF2B5EF4-FFF2-40B4-BE49-F238E27FC236}">
                <a16:creationId xmlns:a16="http://schemas.microsoft.com/office/drawing/2014/main" id="{16E564A3-CC94-479C-90A7-1ECB2D5B039B}"/>
              </a:ext>
            </a:extLst>
          </p:cNvPr>
          <p:cNvGrpSpPr/>
          <p:nvPr/>
        </p:nvGrpSpPr>
        <p:grpSpPr>
          <a:xfrm>
            <a:off x="5688213" y="502168"/>
            <a:ext cx="284362" cy="611583"/>
            <a:chOff x="769744" y="2979377"/>
            <a:chExt cx="720000" cy="1343240"/>
          </a:xfrm>
        </p:grpSpPr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BA6F5BA6-B7FF-4C0D-8C9C-2CF85E073607}"/>
                </a:ext>
              </a:extLst>
            </p:cNvPr>
            <p:cNvSpPr/>
            <p:nvPr/>
          </p:nvSpPr>
          <p:spPr>
            <a:xfrm>
              <a:off x="769744" y="3189060"/>
              <a:ext cx="720000" cy="11335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1" name="正方形/長方形 130">
              <a:extLst>
                <a:ext uri="{FF2B5EF4-FFF2-40B4-BE49-F238E27FC236}">
                  <a16:creationId xmlns:a16="http://schemas.microsoft.com/office/drawing/2014/main" id="{1FBC8F24-64E8-4488-82E9-C7403C56A02B}"/>
                </a:ext>
              </a:extLst>
            </p:cNvPr>
            <p:cNvSpPr/>
            <p:nvPr/>
          </p:nvSpPr>
          <p:spPr>
            <a:xfrm>
              <a:off x="940508" y="2979377"/>
              <a:ext cx="360000" cy="20968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2" name="正方形/長方形 131">
              <a:extLst>
                <a:ext uri="{FF2B5EF4-FFF2-40B4-BE49-F238E27FC236}">
                  <a16:creationId xmlns:a16="http://schemas.microsoft.com/office/drawing/2014/main" id="{68136998-16D3-4196-A275-1C0D387E3B69}"/>
                </a:ext>
              </a:extLst>
            </p:cNvPr>
            <p:cNvSpPr/>
            <p:nvPr/>
          </p:nvSpPr>
          <p:spPr>
            <a:xfrm>
              <a:off x="839289" y="3253289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1DEEA8BD-FF98-4E9C-99C1-744BFDEA01CD}"/>
                </a:ext>
              </a:extLst>
            </p:cNvPr>
            <p:cNvSpPr/>
            <p:nvPr/>
          </p:nvSpPr>
          <p:spPr>
            <a:xfrm>
              <a:off x="839289" y="3515692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正方形/長方形 133">
              <a:extLst>
                <a:ext uri="{FF2B5EF4-FFF2-40B4-BE49-F238E27FC236}">
                  <a16:creationId xmlns:a16="http://schemas.microsoft.com/office/drawing/2014/main" id="{329E2232-5791-4529-A2E2-19C7FAEA4BB4}"/>
                </a:ext>
              </a:extLst>
            </p:cNvPr>
            <p:cNvSpPr/>
            <p:nvPr/>
          </p:nvSpPr>
          <p:spPr>
            <a:xfrm>
              <a:off x="839289" y="3785691"/>
              <a:ext cx="575042" cy="213369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C4115785-C403-4AD0-8A2E-D63F0C1BB484}"/>
                </a:ext>
              </a:extLst>
            </p:cNvPr>
            <p:cNvSpPr/>
            <p:nvPr/>
          </p:nvSpPr>
          <p:spPr>
            <a:xfrm>
              <a:off x="839290" y="4075630"/>
              <a:ext cx="575041" cy="21337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136" name="グループ化 135">
            <a:extLst>
              <a:ext uri="{FF2B5EF4-FFF2-40B4-BE49-F238E27FC236}">
                <a16:creationId xmlns:a16="http://schemas.microsoft.com/office/drawing/2014/main" id="{B43593D3-C8E8-4FB3-ADD4-E8FCA86BED9D}"/>
              </a:ext>
            </a:extLst>
          </p:cNvPr>
          <p:cNvGrpSpPr/>
          <p:nvPr/>
        </p:nvGrpSpPr>
        <p:grpSpPr>
          <a:xfrm rot="5400000">
            <a:off x="5864263" y="3250160"/>
            <a:ext cx="219740" cy="577420"/>
            <a:chOff x="769744" y="2979377"/>
            <a:chExt cx="720000" cy="1343240"/>
          </a:xfrm>
        </p:grpSpPr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B3109DC6-136D-4550-B90D-2400C0CBE42E}"/>
                </a:ext>
              </a:extLst>
            </p:cNvPr>
            <p:cNvSpPr/>
            <p:nvPr/>
          </p:nvSpPr>
          <p:spPr>
            <a:xfrm>
              <a:off x="769744" y="3189060"/>
              <a:ext cx="720000" cy="11335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8" name="正方形/長方形 137">
              <a:extLst>
                <a:ext uri="{FF2B5EF4-FFF2-40B4-BE49-F238E27FC236}">
                  <a16:creationId xmlns:a16="http://schemas.microsoft.com/office/drawing/2014/main" id="{EB20C394-4FC4-4A57-829F-C4D34E8F863F}"/>
                </a:ext>
              </a:extLst>
            </p:cNvPr>
            <p:cNvSpPr/>
            <p:nvPr/>
          </p:nvSpPr>
          <p:spPr>
            <a:xfrm>
              <a:off x="940508" y="2979377"/>
              <a:ext cx="360000" cy="20968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9" name="正方形/長方形 138">
              <a:extLst>
                <a:ext uri="{FF2B5EF4-FFF2-40B4-BE49-F238E27FC236}">
                  <a16:creationId xmlns:a16="http://schemas.microsoft.com/office/drawing/2014/main" id="{6F2DC8FA-50FD-418E-BC67-6951CE46014A}"/>
                </a:ext>
              </a:extLst>
            </p:cNvPr>
            <p:cNvSpPr/>
            <p:nvPr/>
          </p:nvSpPr>
          <p:spPr>
            <a:xfrm>
              <a:off x="839289" y="3253289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0" name="正方形/長方形 139">
              <a:extLst>
                <a:ext uri="{FF2B5EF4-FFF2-40B4-BE49-F238E27FC236}">
                  <a16:creationId xmlns:a16="http://schemas.microsoft.com/office/drawing/2014/main" id="{D01576F4-0198-4C70-B32E-E5C6394B071C}"/>
                </a:ext>
              </a:extLst>
            </p:cNvPr>
            <p:cNvSpPr/>
            <p:nvPr/>
          </p:nvSpPr>
          <p:spPr>
            <a:xfrm>
              <a:off x="839289" y="3515692"/>
              <a:ext cx="575042" cy="213369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015707DC-5EFC-4E14-B2FC-4C71877D79A3}"/>
                </a:ext>
              </a:extLst>
            </p:cNvPr>
            <p:cNvSpPr/>
            <p:nvPr/>
          </p:nvSpPr>
          <p:spPr>
            <a:xfrm>
              <a:off x="839289" y="3785691"/>
              <a:ext cx="575042" cy="213369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  <p:sp>
          <p:nvSpPr>
            <p:cNvPr id="142" name="正方形/長方形 141">
              <a:extLst>
                <a:ext uri="{FF2B5EF4-FFF2-40B4-BE49-F238E27FC236}">
                  <a16:creationId xmlns:a16="http://schemas.microsoft.com/office/drawing/2014/main" id="{6DBE9DB0-3031-41D1-A609-E0108E9404CF}"/>
                </a:ext>
              </a:extLst>
            </p:cNvPr>
            <p:cNvSpPr/>
            <p:nvPr/>
          </p:nvSpPr>
          <p:spPr>
            <a:xfrm>
              <a:off x="839290" y="4075630"/>
              <a:ext cx="575041" cy="21337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143" name="グループ化 142">
            <a:extLst>
              <a:ext uri="{FF2B5EF4-FFF2-40B4-BE49-F238E27FC236}">
                <a16:creationId xmlns:a16="http://schemas.microsoft.com/office/drawing/2014/main" id="{06C473A3-CC38-4053-A466-B6065AEB3CA5}"/>
              </a:ext>
            </a:extLst>
          </p:cNvPr>
          <p:cNvGrpSpPr/>
          <p:nvPr/>
        </p:nvGrpSpPr>
        <p:grpSpPr>
          <a:xfrm>
            <a:off x="847112" y="4407174"/>
            <a:ext cx="680052" cy="1468582"/>
            <a:chOff x="769744" y="2979377"/>
            <a:chExt cx="720000" cy="1343240"/>
          </a:xfrm>
        </p:grpSpPr>
        <p:sp>
          <p:nvSpPr>
            <p:cNvPr id="144" name="正方形/長方形 143">
              <a:extLst>
                <a:ext uri="{FF2B5EF4-FFF2-40B4-BE49-F238E27FC236}">
                  <a16:creationId xmlns:a16="http://schemas.microsoft.com/office/drawing/2014/main" id="{A1777EAC-ED9E-4858-93CC-164548B5EFE8}"/>
                </a:ext>
              </a:extLst>
            </p:cNvPr>
            <p:cNvSpPr/>
            <p:nvPr/>
          </p:nvSpPr>
          <p:spPr>
            <a:xfrm>
              <a:off x="769744" y="3189060"/>
              <a:ext cx="720000" cy="11335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5" name="正方形/長方形 144">
              <a:extLst>
                <a:ext uri="{FF2B5EF4-FFF2-40B4-BE49-F238E27FC236}">
                  <a16:creationId xmlns:a16="http://schemas.microsoft.com/office/drawing/2014/main" id="{BE72EB06-915D-4D51-A301-0C6F843C7BDF}"/>
                </a:ext>
              </a:extLst>
            </p:cNvPr>
            <p:cNvSpPr/>
            <p:nvPr/>
          </p:nvSpPr>
          <p:spPr>
            <a:xfrm>
              <a:off x="930208" y="2979377"/>
              <a:ext cx="360000" cy="20968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02007B2A-8746-4451-A5F8-3730851D95BF}"/>
                </a:ext>
              </a:extLst>
            </p:cNvPr>
            <p:cNvSpPr/>
            <p:nvPr/>
          </p:nvSpPr>
          <p:spPr>
            <a:xfrm>
              <a:off x="839289" y="3253289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15D37809-09C7-4CBB-97C4-C9874EA38A3D}"/>
                </a:ext>
              </a:extLst>
            </p:cNvPr>
            <p:cNvSpPr/>
            <p:nvPr/>
          </p:nvSpPr>
          <p:spPr>
            <a:xfrm>
              <a:off x="839289" y="3515692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8" name="正方形/長方形 147">
              <a:extLst>
                <a:ext uri="{FF2B5EF4-FFF2-40B4-BE49-F238E27FC236}">
                  <a16:creationId xmlns:a16="http://schemas.microsoft.com/office/drawing/2014/main" id="{260E345F-82B8-4438-9B1C-C7AB02E25B80}"/>
                </a:ext>
              </a:extLst>
            </p:cNvPr>
            <p:cNvSpPr/>
            <p:nvPr/>
          </p:nvSpPr>
          <p:spPr>
            <a:xfrm>
              <a:off x="839289" y="3785691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  <p:sp>
          <p:nvSpPr>
            <p:cNvPr id="149" name="正方形/長方形 148">
              <a:extLst>
                <a:ext uri="{FF2B5EF4-FFF2-40B4-BE49-F238E27FC236}">
                  <a16:creationId xmlns:a16="http://schemas.microsoft.com/office/drawing/2014/main" id="{9A4A5441-D2C1-405B-B795-CCD97422084D}"/>
                </a:ext>
              </a:extLst>
            </p:cNvPr>
            <p:cNvSpPr/>
            <p:nvPr/>
          </p:nvSpPr>
          <p:spPr>
            <a:xfrm>
              <a:off x="839290" y="4075630"/>
              <a:ext cx="575041" cy="213370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150" name="グループ化 149">
            <a:extLst>
              <a:ext uri="{FF2B5EF4-FFF2-40B4-BE49-F238E27FC236}">
                <a16:creationId xmlns:a16="http://schemas.microsoft.com/office/drawing/2014/main" id="{B008BCFA-4AFC-42EE-AC0C-14EFF3DE86CD}"/>
              </a:ext>
            </a:extLst>
          </p:cNvPr>
          <p:cNvGrpSpPr/>
          <p:nvPr/>
        </p:nvGrpSpPr>
        <p:grpSpPr>
          <a:xfrm>
            <a:off x="2647649" y="4521066"/>
            <a:ext cx="680052" cy="1468582"/>
            <a:chOff x="769744" y="2979377"/>
            <a:chExt cx="720000" cy="1343240"/>
          </a:xfrm>
        </p:grpSpPr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392EDFD6-E5AB-4665-A7B2-B460CD170BD3}"/>
                </a:ext>
              </a:extLst>
            </p:cNvPr>
            <p:cNvSpPr/>
            <p:nvPr/>
          </p:nvSpPr>
          <p:spPr>
            <a:xfrm>
              <a:off x="769744" y="3189060"/>
              <a:ext cx="720000" cy="11335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0F5497D0-5318-4F67-A057-3DDC71AFE28F}"/>
                </a:ext>
              </a:extLst>
            </p:cNvPr>
            <p:cNvSpPr/>
            <p:nvPr/>
          </p:nvSpPr>
          <p:spPr>
            <a:xfrm>
              <a:off x="930208" y="2979377"/>
              <a:ext cx="360000" cy="20968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3" name="正方形/長方形 152">
              <a:extLst>
                <a:ext uri="{FF2B5EF4-FFF2-40B4-BE49-F238E27FC236}">
                  <a16:creationId xmlns:a16="http://schemas.microsoft.com/office/drawing/2014/main" id="{A5D70448-4ADB-44C5-A592-45E06E03D4DB}"/>
                </a:ext>
              </a:extLst>
            </p:cNvPr>
            <p:cNvSpPr/>
            <p:nvPr/>
          </p:nvSpPr>
          <p:spPr>
            <a:xfrm>
              <a:off x="839289" y="3253289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281B1421-BC7D-47A5-9CAA-5F19EE8F9D11}"/>
                </a:ext>
              </a:extLst>
            </p:cNvPr>
            <p:cNvSpPr/>
            <p:nvPr/>
          </p:nvSpPr>
          <p:spPr>
            <a:xfrm>
              <a:off x="839289" y="3515692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5" name="正方形/長方形 154">
              <a:extLst>
                <a:ext uri="{FF2B5EF4-FFF2-40B4-BE49-F238E27FC236}">
                  <a16:creationId xmlns:a16="http://schemas.microsoft.com/office/drawing/2014/main" id="{E1B6E2EA-8E94-42ED-8D62-9D479F47BD62}"/>
                </a:ext>
              </a:extLst>
            </p:cNvPr>
            <p:cNvSpPr/>
            <p:nvPr/>
          </p:nvSpPr>
          <p:spPr>
            <a:xfrm>
              <a:off x="839289" y="3785691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  <p:sp>
          <p:nvSpPr>
            <p:cNvPr id="156" name="正方形/長方形 155">
              <a:extLst>
                <a:ext uri="{FF2B5EF4-FFF2-40B4-BE49-F238E27FC236}">
                  <a16:creationId xmlns:a16="http://schemas.microsoft.com/office/drawing/2014/main" id="{2B03C9CA-8B42-4895-9E8B-F820415C272A}"/>
                </a:ext>
              </a:extLst>
            </p:cNvPr>
            <p:cNvSpPr/>
            <p:nvPr/>
          </p:nvSpPr>
          <p:spPr>
            <a:xfrm>
              <a:off x="839290" y="4075630"/>
              <a:ext cx="575041" cy="21337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sp>
        <p:nvSpPr>
          <p:cNvPr id="89" name="矢印: 右 88">
            <a:extLst>
              <a:ext uri="{FF2B5EF4-FFF2-40B4-BE49-F238E27FC236}">
                <a16:creationId xmlns:a16="http://schemas.microsoft.com/office/drawing/2014/main" id="{7311EC02-91FA-44B2-9476-2FA5D8C9ACC1}"/>
              </a:ext>
            </a:extLst>
          </p:cNvPr>
          <p:cNvSpPr/>
          <p:nvPr/>
        </p:nvSpPr>
        <p:spPr>
          <a:xfrm>
            <a:off x="1987418" y="5107426"/>
            <a:ext cx="504429" cy="4178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8" name="グループ化 157">
            <a:extLst>
              <a:ext uri="{FF2B5EF4-FFF2-40B4-BE49-F238E27FC236}">
                <a16:creationId xmlns:a16="http://schemas.microsoft.com/office/drawing/2014/main" id="{6C9676C7-6012-4BC9-AC0F-F01525AB9D6E}"/>
              </a:ext>
            </a:extLst>
          </p:cNvPr>
          <p:cNvGrpSpPr/>
          <p:nvPr/>
        </p:nvGrpSpPr>
        <p:grpSpPr>
          <a:xfrm>
            <a:off x="4559304" y="4954945"/>
            <a:ext cx="680052" cy="1468582"/>
            <a:chOff x="769744" y="2979377"/>
            <a:chExt cx="720000" cy="1343240"/>
          </a:xfrm>
        </p:grpSpPr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32B1637E-3F80-4131-994C-F3CA70BCF575}"/>
                </a:ext>
              </a:extLst>
            </p:cNvPr>
            <p:cNvSpPr/>
            <p:nvPr/>
          </p:nvSpPr>
          <p:spPr>
            <a:xfrm>
              <a:off x="769744" y="3189060"/>
              <a:ext cx="720000" cy="11335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1D7B8621-B7DE-4C24-9D80-0C93DA8BBB60}"/>
                </a:ext>
              </a:extLst>
            </p:cNvPr>
            <p:cNvSpPr/>
            <p:nvPr/>
          </p:nvSpPr>
          <p:spPr>
            <a:xfrm>
              <a:off x="930208" y="2979377"/>
              <a:ext cx="360000" cy="20968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F3ADD9A4-1CB6-4576-9E84-0656545FC43F}"/>
                </a:ext>
              </a:extLst>
            </p:cNvPr>
            <p:cNvSpPr/>
            <p:nvPr/>
          </p:nvSpPr>
          <p:spPr>
            <a:xfrm>
              <a:off x="839289" y="3253289"/>
              <a:ext cx="575042" cy="213369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2" name="正方形/長方形 161">
              <a:extLst>
                <a:ext uri="{FF2B5EF4-FFF2-40B4-BE49-F238E27FC236}">
                  <a16:creationId xmlns:a16="http://schemas.microsoft.com/office/drawing/2014/main" id="{A82FE9AC-6FDC-43E0-AD41-224EF2EECEEE}"/>
                </a:ext>
              </a:extLst>
            </p:cNvPr>
            <p:cNvSpPr/>
            <p:nvPr/>
          </p:nvSpPr>
          <p:spPr>
            <a:xfrm>
              <a:off x="839289" y="3515692"/>
              <a:ext cx="575042" cy="213369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3" name="正方形/長方形 162">
              <a:extLst>
                <a:ext uri="{FF2B5EF4-FFF2-40B4-BE49-F238E27FC236}">
                  <a16:creationId xmlns:a16="http://schemas.microsoft.com/office/drawing/2014/main" id="{596C260D-B159-497D-AA92-EFC2D1A30E13}"/>
                </a:ext>
              </a:extLst>
            </p:cNvPr>
            <p:cNvSpPr/>
            <p:nvPr/>
          </p:nvSpPr>
          <p:spPr>
            <a:xfrm>
              <a:off x="839289" y="3785691"/>
              <a:ext cx="575042" cy="213369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  <p:sp>
          <p:nvSpPr>
            <p:cNvPr id="164" name="正方形/長方形 163">
              <a:extLst>
                <a:ext uri="{FF2B5EF4-FFF2-40B4-BE49-F238E27FC236}">
                  <a16:creationId xmlns:a16="http://schemas.microsoft.com/office/drawing/2014/main" id="{1E50FD3A-C774-4FDF-9A57-1CD0F8477621}"/>
                </a:ext>
              </a:extLst>
            </p:cNvPr>
            <p:cNvSpPr/>
            <p:nvPr/>
          </p:nvSpPr>
          <p:spPr>
            <a:xfrm>
              <a:off x="839290" y="4075630"/>
              <a:ext cx="575041" cy="21337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sp>
        <p:nvSpPr>
          <p:cNvPr id="172" name="矢印: 右 171">
            <a:extLst>
              <a:ext uri="{FF2B5EF4-FFF2-40B4-BE49-F238E27FC236}">
                <a16:creationId xmlns:a16="http://schemas.microsoft.com/office/drawing/2014/main" id="{72BE4725-72B2-49B4-8337-57C853A69E2A}"/>
              </a:ext>
            </a:extLst>
          </p:cNvPr>
          <p:cNvSpPr/>
          <p:nvPr/>
        </p:nvSpPr>
        <p:spPr>
          <a:xfrm>
            <a:off x="3473514" y="5129746"/>
            <a:ext cx="504429" cy="4178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3" name="テキスト ボックス 172">
            <a:extLst>
              <a:ext uri="{FF2B5EF4-FFF2-40B4-BE49-F238E27FC236}">
                <a16:creationId xmlns:a16="http://schemas.microsoft.com/office/drawing/2014/main" id="{4ACEA814-AF30-4B31-A3F6-DBF887C81030}"/>
              </a:ext>
            </a:extLst>
          </p:cNvPr>
          <p:cNvSpPr txBox="1"/>
          <p:nvPr/>
        </p:nvSpPr>
        <p:spPr>
          <a:xfrm>
            <a:off x="1256701" y="6412862"/>
            <a:ext cx="3545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時間経過でエネルギーを回復</a:t>
            </a:r>
            <a:endParaRPr kumimoji="1" lang="en-US" altLang="ja-JP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49C2190-D1EE-4F89-B52A-631D88E8E787}"/>
              </a:ext>
            </a:extLst>
          </p:cNvPr>
          <p:cNvSpPr/>
          <p:nvPr/>
        </p:nvSpPr>
        <p:spPr>
          <a:xfrm>
            <a:off x="5668104" y="3262997"/>
            <a:ext cx="558849" cy="1210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C5D60AB-041C-4779-B105-7B2CE382AEB5}"/>
              </a:ext>
            </a:extLst>
          </p:cNvPr>
          <p:cNvSpPr/>
          <p:nvPr/>
        </p:nvSpPr>
        <p:spPr>
          <a:xfrm>
            <a:off x="8055186" y="3728914"/>
            <a:ext cx="4802043" cy="2595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936AD9B2-04DA-4A89-BB35-2ED4B6328398}"/>
              </a:ext>
            </a:extLst>
          </p:cNvPr>
          <p:cNvSpPr/>
          <p:nvPr/>
        </p:nvSpPr>
        <p:spPr>
          <a:xfrm>
            <a:off x="922190" y="5602974"/>
            <a:ext cx="543136" cy="23328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/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DEA1E179-693A-4AB9-9F77-99905D044B43}"/>
              </a:ext>
            </a:extLst>
          </p:cNvPr>
          <p:cNvSpPr/>
          <p:nvPr/>
        </p:nvSpPr>
        <p:spPr>
          <a:xfrm>
            <a:off x="922190" y="5298254"/>
            <a:ext cx="543136" cy="233280"/>
          </a:xfrm>
          <a:prstGeom prst="rect">
            <a:avLst/>
          </a:prstGeom>
          <a:solidFill>
            <a:srgbClr val="FFFF00">
              <a:alpha val="60000"/>
            </a:srgb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/>
          </a:p>
        </p:txBody>
      </p:sp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72CA4BCA-848A-4E04-A62B-7958A11A6ACA}"/>
              </a:ext>
            </a:extLst>
          </p:cNvPr>
          <p:cNvGrpSpPr/>
          <p:nvPr/>
        </p:nvGrpSpPr>
        <p:grpSpPr>
          <a:xfrm>
            <a:off x="5463917" y="4916550"/>
            <a:ext cx="680052" cy="1468582"/>
            <a:chOff x="769744" y="2979377"/>
            <a:chExt cx="720000" cy="1343240"/>
          </a:xfrm>
        </p:grpSpPr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E2B9511B-0F32-498E-943D-5FDA85427452}"/>
                </a:ext>
              </a:extLst>
            </p:cNvPr>
            <p:cNvSpPr/>
            <p:nvPr/>
          </p:nvSpPr>
          <p:spPr>
            <a:xfrm>
              <a:off x="769744" y="3189060"/>
              <a:ext cx="720000" cy="11335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7" name="正方形/長方形 116">
              <a:extLst>
                <a:ext uri="{FF2B5EF4-FFF2-40B4-BE49-F238E27FC236}">
                  <a16:creationId xmlns:a16="http://schemas.microsoft.com/office/drawing/2014/main" id="{B159F44F-53F1-476A-A3F9-7CBCC25DE060}"/>
                </a:ext>
              </a:extLst>
            </p:cNvPr>
            <p:cNvSpPr/>
            <p:nvPr/>
          </p:nvSpPr>
          <p:spPr>
            <a:xfrm>
              <a:off x="930208" y="2979377"/>
              <a:ext cx="360000" cy="20968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7BDA1F2C-C9B4-4F67-A7D3-3D6B34CA44BA}"/>
                </a:ext>
              </a:extLst>
            </p:cNvPr>
            <p:cNvSpPr/>
            <p:nvPr/>
          </p:nvSpPr>
          <p:spPr>
            <a:xfrm>
              <a:off x="839289" y="3253289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id="{C819B276-5F88-4F48-B373-442AB571D73F}"/>
                </a:ext>
              </a:extLst>
            </p:cNvPr>
            <p:cNvSpPr/>
            <p:nvPr/>
          </p:nvSpPr>
          <p:spPr>
            <a:xfrm>
              <a:off x="839289" y="3515692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正方形/長方形 119">
              <a:extLst>
                <a:ext uri="{FF2B5EF4-FFF2-40B4-BE49-F238E27FC236}">
                  <a16:creationId xmlns:a16="http://schemas.microsoft.com/office/drawing/2014/main" id="{EB31DCBC-4B64-45BA-8F9B-063B75C4FCA4}"/>
                </a:ext>
              </a:extLst>
            </p:cNvPr>
            <p:cNvSpPr/>
            <p:nvPr/>
          </p:nvSpPr>
          <p:spPr>
            <a:xfrm>
              <a:off x="839289" y="3785691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B2086AB3-49C1-4B7C-A79A-D8F99402379E}"/>
                </a:ext>
              </a:extLst>
            </p:cNvPr>
            <p:cNvSpPr/>
            <p:nvPr/>
          </p:nvSpPr>
          <p:spPr>
            <a:xfrm>
              <a:off x="839290" y="4075630"/>
              <a:ext cx="575041" cy="21337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157" name="グループ化 156">
            <a:extLst>
              <a:ext uri="{FF2B5EF4-FFF2-40B4-BE49-F238E27FC236}">
                <a16:creationId xmlns:a16="http://schemas.microsoft.com/office/drawing/2014/main" id="{D4500B6C-FF56-4D4E-A910-476009C24DAE}"/>
              </a:ext>
            </a:extLst>
          </p:cNvPr>
          <p:cNvGrpSpPr/>
          <p:nvPr/>
        </p:nvGrpSpPr>
        <p:grpSpPr>
          <a:xfrm>
            <a:off x="6352974" y="4916550"/>
            <a:ext cx="680052" cy="1468582"/>
            <a:chOff x="769744" y="2979377"/>
            <a:chExt cx="720000" cy="1343240"/>
          </a:xfrm>
        </p:grpSpPr>
        <p:sp>
          <p:nvSpPr>
            <p:cNvPr id="165" name="正方形/長方形 164">
              <a:extLst>
                <a:ext uri="{FF2B5EF4-FFF2-40B4-BE49-F238E27FC236}">
                  <a16:creationId xmlns:a16="http://schemas.microsoft.com/office/drawing/2014/main" id="{9E86D515-B478-4D4A-857A-CE5A817FAD05}"/>
                </a:ext>
              </a:extLst>
            </p:cNvPr>
            <p:cNvSpPr/>
            <p:nvPr/>
          </p:nvSpPr>
          <p:spPr>
            <a:xfrm>
              <a:off x="769744" y="3189060"/>
              <a:ext cx="720000" cy="11335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730FB27D-64D7-4DF7-988A-BC12751694A1}"/>
                </a:ext>
              </a:extLst>
            </p:cNvPr>
            <p:cNvSpPr/>
            <p:nvPr/>
          </p:nvSpPr>
          <p:spPr>
            <a:xfrm>
              <a:off x="930208" y="2979377"/>
              <a:ext cx="360000" cy="20968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7" name="正方形/長方形 166">
              <a:extLst>
                <a:ext uri="{FF2B5EF4-FFF2-40B4-BE49-F238E27FC236}">
                  <a16:creationId xmlns:a16="http://schemas.microsoft.com/office/drawing/2014/main" id="{ACADF594-8DF1-4C2A-A656-F8BE61923643}"/>
                </a:ext>
              </a:extLst>
            </p:cNvPr>
            <p:cNvSpPr/>
            <p:nvPr/>
          </p:nvSpPr>
          <p:spPr>
            <a:xfrm>
              <a:off x="839289" y="3253289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8" name="正方形/長方形 167">
              <a:extLst>
                <a:ext uri="{FF2B5EF4-FFF2-40B4-BE49-F238E27FC236}">
                  <a16:creationId xmlns:a16="http://schemas.microsoft.com/office/drawing/2014/main" id="{5EEDA303-DD71-4AD3-B653-E2787C292D0B}"/>
                </a:ext>
              </a:extLst>
            </p:cNvPr>
            <p:cNvSpPr/>
            <p:nvPr/>
          </p:nvSpPr>
          <p:spPr>
            <a:xfrm>
              <a:off x="839289" y="3515692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9" name="正方形/長方形 168">
              <a:extLst>
                <a:ext uri="{FF2B5EF4-FFF2-40B4-BE49-F238E27FC236}">
                  <a16:creationId xmlns:a16="http://schemas.microsoft.com/office/drawing/2014/main" id="{DED634E8-E836-4668-B196-2CAE4E44A18A}"/>
                </a:ext>
              </a:extLst>
            </p:cNvPr>
            <p:cNvSpPr/>
            <p:nvPr/>
          </p:nvSpPr>
          <p:spPr>
            <a:xfrm>
              <a:off x="839289" y="3785691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70" name="正方形/長方形 169">
              <a:extLst>
                <a:ext uri="{FF2B5EF4-FFF2-40B4-BE49-F238E27FC236}">
                  <a16:creationId xmlns:a16="http://schemas.microsoft.com/office/drawing/2014/main" id="{D88EC940-D380-4BFC-BB35-A230DC101C82}"/>
                </a:ext>
              </a:extLst>
            </p:cNvPr>
            <p:cNvSpPr/>
            <p:nvPr/>
          </p:nvSpPr>
          <p:spPr>
            <a:xfrm>
              <a:off x="839290" y="4075630"/>
              <a:ext cx="575041" cy="21337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99C4D91D-A306-4151-A2C3-2C3C3071E0BA}"/>
              </a:ext>
            </a:extLst>
          </p:cNvPr>
          <p:cNvSpPr/>
          <p:nvPr/>
        </p:nvSpPr>
        <p:spPr>
          <a:xfrm>
            <a:off x="6418660" y="5804962"/>
            <a:ext cx="543136" cy="23328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184" name="グループ化 183">
            <a:extLst>
              <a:ext uri="{FF2B5EF4-FFF2-40B4-BE49-F238E27FC236}">
                <a16:creationId xmlns:a16="http://schemas.microsoft.com/office/drawing/2014/main" id="{A0496891-DB9F-43EA-9DC8-9DC001706DD7}"/>
              </a:ext>
            </a:extLst>
          </p:cNvPr>
          <p:cNvGrpSpPr/>
          <p:nvPr/>
        </p:nvGrpSpPr>
        <p:grpSpPr>
          <a:xfrm>
            <a:off x="7283365" y="4925763"/>
            <a:ext cx="680052" cy="1468582"/>
            <a:chOff x="769744" y="2979377"/>
            <a:chExt cx="720000" cy="1343240"/>
          </a:xfrm>
        </p:grpSpPr>
        <p:sp>
          <p:nvSpPr>
            <p:cNvPr id="185" name="正方形/長方形 184">
              <a:extLst>
                <a:ext uri="{FF2B5EF4-FFF2-40B4-BE49-F238E27FC236}">
                  <a16:creationId xmlns:a16="http://schemas.microsoft.com/office/drawing/2014/main" id="{B492F0C1-6058-4CFD-9B0A-62FE2CB29676}"/>
                </a:ext>
              </a:extLst>
            </p:cNvPr>
            <p:cNvSpPr/>
            <p:nvPr/>
          </p:nvSpPr>
          <p:spPr>
            <a:xfrm>
              <a:off x="769744" y="3189060"/>
              <a:ext cx="720000" cy="11335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6" name="正方形/長方形 185">
              <a:extLst>
                <a:ext uri="{FF2B5EF4-FFF2-40B4-BE49-F238E27FC236}">
                  <a16:creationId xmlns:a16="http://schemas.microsoft.com/office/drawing/2014/main" id="{7349623A-8A04-4CAA-92B8-13948972188D}"/>
                </a:ext>
              </a:extLst>
            </p:cNvPr>
            <p:cNvSpPr/>
            <p:nvPr/>
          </p:nvSpPr>
          <p:spPr>
            <a:xfrm>
              <a:off x="930208" y="2979377"/>
              <a:ext cx="360000" cy="20968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7" name="正方形/長方形 186">
              <a:extLst>
                <a:ext uri="{FF2B5EF4-FFF2-40B4-BE49-F238E27FC236}">
                  <a16:creationId xmlns:a16="http://schemas.microsoft.com/office/drawing/2014/main" id="{EF683F1C-479D-43DB-8A44-148559BE5860}"/>
                </a:ext>
              </a:extLst>
            </p:cNvPr>
            <p:cNvSpPr/>
            <p:nvPr/>
          </p:nvSpPr>
          <p:spPr>
            <a:xfrm>
              <a:off x="839289" y="3253289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8" name="正方形/長方形 187">
              <a:extLst>
                <a:ext uri="{FF2B5EF4-FFF2-40B4-BE49-F238E27FC236}">
                  <a16:creationId xmlns:a16="http://schemas.microsoft.com/office/drawing/2014/main" id="{BC1B2E05-5748-4D6E-B1D3-41FCB0FC6F7E}"/>
                </a:ext>
              </a:extLst>
            </p:cNvPr>
            <p:cNvSpPr/>
            <p:nvPr/>
          </p:nvSpPr>
          <p:spPr>
            <a:xfrm>
              <a:off x="839289" y="3515692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9" name="正方形/長方形 188">
              <a:extLst>
                <a:ext uri="{FF2B5EF4-FFF2-40B4-BE49-F238E27FC236}">
                  <a16:creationId xmlns:a16="http://schemas.microsoft.com/office/drawing/2014/main" id="{62873257-FEBA-4EE4-AD40-554BC098517B}"/>
                </a:ext>
              </a:extLst>
            </p:cNvPr>
            <p:cNvSpPr/>
            <p:nvPr/>
          </p:nvSpPr>
          <p:spPr>
            <a:xfrm>
              <a:off x="839289" y="3785691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90" name="正方形/長方形 189">
              <a:extLst>
                <a:ext uri="{FF2B5EF4-FFF2-40B4-BE49-F238E27FC236}">
                  <a16:creationId xmlns:a16="http://schemas.microsoft.com/office/drawing/2014/main" id="{5858B0C1-E0DB-4E13-9D72-6B78CD1C691B}"/>
                </a:ext>
              </a:extLst>
            </p:cNvPr>
            <p:cNvSpPr/>
            <p:nvPr/>
          </p:nvSpPr>
          <p:spPr>
            <a:xfrm>
              <a:off x="839290" y="4075630"/>
              <a:ext cx="575041" cy="21337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191" name="正方形/長方形 190">
            <a:extLst>
              <a:ext uri="{FF2B5EF4-FFF2-40B4-BE49-F238E27FC236}">
                <a16:creationId xmlns:a16="http://schemas.microsoft.com/office/drawing/2014/main" id="{239FA5EB-A468-4E5D-B31A-7E156B842755}"/>
              </a:ext>
            </a:extLst>
          </p:cNvPr>
          <p:cNvSpPr/>
          <p:nvPr/>
        </p:nvSpPr>
        <p:spPr>
          <a:xfrm>
            <a:off x="7349051" y="5814175"/>
            <a:ext cx="543136" cy="23328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92" name="正方形/長方形 191">
            <a:extLst>
              <a:ext uri="{FF2B5EF4-FFF2-40B4-BE49-F238E27FC236}">
                <a16:creationId xmlns:a16="http://schemas.microsoft.com/office/drawing/2014/main" id="{5F095D2F-AF7C-44FD-8D91-B2D09A6832E4}"/>
              </a:ext>
            </a:extLst>
          </p:cNvPr>
          <p:cNvSpPr/>
          <p:nvPr/>
        </p:nvSpPr>
        <p:spPr>
          <a:xfrm>
            <a:off x="7349051" y="5515125"/>
            <a:ext cx="543136" cy="23328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193" name="グループ化 192">
            <a:extLst>
              <a:ext uri="{FF2B5EF4-FFF2-40B4-BE49-F238E27FC236}">
                <a16:creationId xmlns:a16="http://schemas.microsoft.com/office/drawing/2014/main" id="{E4D9CBA6-2ED8-41DB-B9E7-82B2EE589E99}"/>
              </a:ext>
            </a:extLst>
          </p:cNvPr>
          <p:cNvGrpSpPr/>
          <p:nvPr/>
        </p:nvGrpSpPr>
        <p:grpSpPr>
          <a:xfrm>
            <a:off x="8224193" y="4918492"/>
            <a:ext cx="680052" cy="1468582"/>
            <a:chOff x="769744" y="2979377"/>
            <a:chExt cx="720000" cy="1343240"/>
          </a:xfrm>
        </p:grpSpPr>
        <p:sp>
          <p:nvSpPr>
            <p:cNvPr id="194" name="正方形/長方形 193">
              <a:extLst>
                <a:ext uri="{FF2B5EF4-FFF2-40B4-BE49-F238E27FC236}">
                  <a16:creationId xmlns:a16="http://schemas.microsoft.com/office/drawing/2014/main" id="{53502C10-80D4-4377-A574-C988BABDA7DC}"/>
                </a:ext>
              </a:extLst>
            </p:cNvPr>
            <p:cNvSpPr/>
            <p:nvPr/>
          </p:nvSpPr>
          <p:spPr>
            <a:xfrm>
              <a:off x="769744" y="3189060"/>
              <a:ext cx="720000" cy="11335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5" name="正方形/長方形 194">
              <a:extLst>
                <a:ext uri="{FF2B5EF4-FFF2-40B4-BE49-F238E27FC236}">
                  <a16:creationId xmlns:a16="http://schemas.microsoft.com/office/drawing/2014/main" id="{C3A0038E-E206-4839-B5AD-C5A89C2B4BB0}"/>
                </a:ext>
              </a:extLst>
            </p:cNvPr>
            <p:cNvSpPr/>
            <p:nvPr/>
          </p:nvSpPr>
          <p:spPr>
            <a:xfrm>
              <a:off x="930208" y="2979377"/>
              <a:ext cx="360000" cy="20968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6" name="正方形/長方形 195">
              <a:extLst>
                <a:ext uri="{FF2B5EF4-FFF2-40B4-BE49-F238E27FC236}">
                  <a16:creationId xmlns:a16="http://schemas.microsoft.com/office/drawing/2014/main" id="{CC23F197-516C-47AA-9935-F55C2A8D4E00}"/>
                </a:ext>
              </a:extLst>
            </p:cNvPr>
            <p:cNvSpPr/>
            <p:nvPr/>
          </p:nvSpPr>
          <p:spPr>
            <a:xfrm>
              <a:off x="839289" y="3253289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7" name="正方形/長方形 196">
              <a:extLst>
                <a:ext uri="{FF2B5EF4-FFF2-40B4-BE49-F238E27FC236}">
                  <a16:creationId xmlns:a16="http://schemas.microsoft.com/office/drawing/2014/main" id="{5A75BF09-259E-430D-B6E3-286BB0745147}"/>
                </a:ext>
              </a:extLst>
            </p:cNvPr>
            <p:cNvSpPr/>
            <p:nvPr/>
          </p:nvSpPr>
          <p:spPr>
            <a:xfrm>
              <a:off x="839289" y="3515692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8" name="正方形/長方形 197">
              <a:extLst>
                <a:ext uri="{FF2B5EF4-FFF2-40B4-BE49-F238E27FC236}">
                  <a16:creationId xmlns:a16="http://schemas.microsoft.com/office/drawing/2014/main" id="{91814EEF-3FD6-4DA8-B1A4-0ED8B8A0091D}"/>
                </a:ext>
              </a:extLst>
            </p:cNvPr>
            <p:cNvSpPr/>
            <p:nvPr/>
          </p:nvSpPr>
          <p:spPr>
            <a:xfrm>
              <a:off x="839289" y="3785691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  <p:sp>
          <p:nvSpPr>
            <p:cNvPr id="199" name="正方形/長方形 198">
              <a:extLst>
                <a:ext uri="{FF2B5EF4-FFF2-40B4-BE49-F238E27FC236}">
                  <a16:creationId xmlns:a16="http://schemas.microsoft.com/office/drawing/2014/main" id="{B0D5276D-1D9E-4D18-9A8F-AF335B1B5FF7}"/>
                </a:ext>
              </a:extLst>
            </p:cNvPr>
            <p:cNvSpPr/>
            <p:nvPr/>
          </p:nvSpPr>
          <p:spPr>
            <a:xfrm>
              <a:off x="839290" y="4075630"/>
              <a:ext cx="575041" cy="213370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92315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A751126-127E-4AD8-B7ED-375CD9935A18}"/>
              </a:ext>
            </a:extLst>
          </p:cNvPr>
          <p:cNvSpPr/>
          <p:nvPr/>
        </p:nvSpPr>
        <p:spPr>
          <a:xfrm>
            <a:off x="3833742" y="2272691"/>
            <a:ext cx="3350529" cy="2133824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 w="285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矢印: 左 2">
            <a:extLst>
              <a:ext uri="{FF2B5EF4-FFF2-40B4-BE49-F238E27FC236}">
                <a16:creationId xmlns:a16="http://schemas.microsoft.com/office/drawing/2014/main" id="{D5225B47-1E72-4ACC-9A47-AADEBD8DA310}"/>
              </a:ext>
            </a:extLst>
          </p:cNvPr>
          <p:cNvSpPr/>
          <p:nvPr/>
        </p:nvSpPr>
        <p:spPr>
          <a:xfrm rot="10800000">
            <a:off x="4298298" y="2679033"/>
            <a:ext cx="2421415" cy="1321139"/>
          </a:xfrm>
          <a:prstGeom prst="leftArrow">
            <a:avLst/>
          </a:prstGeom>
          <a:solidFill>
            <a:srgbClr val="FFFF00">
              <a:alpha val="50000"/>
            </a:srgbClr>
          </a:solidFill>
          <a:ln>
            <a:solidFill>
              <a:schemeClr val="accent1">
                <a:shade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E6D8733E-9178-44D5-B74E-F2E4AB2F98B1}"/>
              </a:ext>
            </a:extLst>
          </p:cNvPr>
          <p:cNvCxnSpPr>
            <a:cxnSpLocks/>
          </p:cNvCxnSpPr>
          <p:nvPr/>
        </p:nvCxnSpPr>
        <p:spPr>
          <a:xfrm>
            <a:off x="3926508" y="2518517"/>
            <a:ext cx="25360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BEAA38B7-7EA4-4A29-85D1-8AB21700DDA1}"/>
              </a:ext>
            </a:extLst>
          </p:cNvPr>
          <p:cNvCxnSpPr>
            <a:cxnSpLocks/>
          </p:cNvCxnSpPr>
          <p:nvPr/>
        </p:nvCxnSpPr>
        <p:spPr>
          <a:xfrm>
            <a:off x="4078908" y="2670917"/>
            <a:ext cx="25360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5AE87602-3199-438C-8FBB-E4D53005804E}"/>
              </a:ext>
            </a:extLst>
          </p:cNvPr>
          <p:cNvCxnSpPr>
            <a:cxnSpLocks/>
          </p:cNvCxnSpPr>
          <p:nvPr/>
        </p:nvCxnSpPr>
        <p:spPr>
          <a:xfrm>
            <a:off x="4231308" y="2823317"/>
            <a:ext cx="25360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C6BE534A-20C0-4E1C-B980-2C95D6B499F7}"/>
              </a:ext>
            </a:extLst>
          </p:cNvPr>
          <p:cNvCxnSpPr>
            <a:cxnSpLocks/>
          </p:cNvCxnSpPr>
          <p:nvPr/>
        </p:nvCxnSpPr>
        <p:spPr>
          <a:xfrm>
            <a:off x="4745449" y="3910214"/>
            <a:ext cx="25360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41C3A6FC-CA85-4EA5-AE06-4F9A5ACC53DE}"/>
              </a:ext>
            </a:extLst>
          </p:cNvPr>
          <p:cNvCxnSpPr>
            <a:cxnSpLocks/>
          </p:cNvCxnSpPr>
          <p:nvPr/>
        </p:nvCxnSpPr>
        <p:spPr>
          <a:xfrm>
            <a:off x="4231308" y="4203291"/>
            <a:ext cx="25360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4BC8D75A-56EA-4D44-97E3-9A015144DC8C}"/>
              </a:ext>
            </a:extLst>
          </p:cNvPr>
          <p:cNvCxnSpPr>
            <a:cxnSpLocks/>
          </p:cNvCxnSpPr>
          <p:nvPr/>
        </p:nvCxnSpPr>
        <p:spPr>
          <a:xfrm>
            <a:off x="4383708" y="4355691"/>
            <a:ext cx="25360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4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3" presetClass="path" presetSubtype="0" repeatCount="indefinite" accel="50000" decel="50000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3.7037E-7 L 0.21654 -0.00232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20" y="-116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3" presetClass="path" presetSubtype="0" repeatCount="13467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3.7037E-7 L 0.21654 -0.00232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20" y="-116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63" presetClass="path" presetSubtype="0" repeatCount="indefinite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291 0.03588 L 0.19362 0.03357 " pathEditMode="relative" rAng="0" ptsTypes="AA">
                                      <p:cBhvr>
                                        <p:cTn id="2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20" y="-116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3" presetClass="path" presetSubtype="0" repeatCount="indefinite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1.11111E-6 L 0.17982 -0.00023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84" y="-23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3" presetClass="path" presetSubtype="0" repeatCount="indefinite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96296E-6 L 0.2319 -2.96296E-6 " pathEditMode="relative" rAng="0" ptsTypes="AA">
                                      <p:cBhvr>
                                        <p:cTn id="27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89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63" presetClass="path" presetSubtype="0" repeatCount="indefinite" accel="50000" decel="5000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799 -0.11135 L 0.20391 -0.11135 " pathEditMode="relative" rAng="0" ptsTypes="AA">
                                      <p:cBhvr>
                                        <p:cTn id="29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5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100"/>
                            </p:stCondLst>
                            <p:childTnLst>
                              <p:par>
                                <p:cTn id="3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3DA26C7-63A2-48FF-B8BF-91CBA4B40573}"/>
              </a:ext>
            </a:extLst>
          </p:cNvPr>
          <p:cNvSpPr/>
          <p:nvPr/>
        </p:nvSpPr>
        <p:spPr>
          <a:xfrm>
            <a:off x="114574" y="1137668"/>
            <a:ext cx="11994738" cy="58403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10BA9BC-DA71-4003-B2F8-FE5320E86CFF}"/>
              </a:ext>
            </a:extLst>
          </p:cNvPr>
          <p:cNvSpPr/>
          <p:nvPr/>
        </p:nvSpPr>
        <p:spPr>
          <a:xfrm>
            <a:off x="114574" y="1137668"/>
            <a:ext cx="12026625" cy="5397500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7C510DE-C984-4717-A6DC-F773C0078C2D}"/>
              </a:ext>
            </a:extLst>
          </p:cNvPr>
          <p:cNvSpPr/>
          <p:nvPr/>
        </p:nvSpPr>
        <p:spPr>
          <a:xfrm>
            <a:off x="4321845" y="3089826"/>
            <a:ext cx="1663502" cy="1493181"/>
          </a:xfrm>
          <a:prstGeom prst="rect">
            <a:avLst/>
          </a:prstGeom>
          <a:solidFill>
            <a:schemeClr val="bg1">
              <a:lumMod val="85000"/>
              <a:alpha val="29000"/>
            </a:schemeClr>
          </a:solidFill>
          <a:ln w="28575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矢印: 左 5">
            <a:extLst>
              <a:ext uri="{FF2B5EF4-FFF2-40B4-BE49-F238E27FC236}">
                <a16:creationId xmlns:a16="http://schemas.microsoft.com/office/drawing/2014/main" id="{029CBDDC-2E7F-447E-B829-3032E577D142}"/>
              </a:ext>
            </a:extLst>
          </p:cNvPr>
          <p:cNvSpPr/>
          <p:nvPr/>
        </p:nvSpPr>
        <p:spPr>
          <a:xfrm rot="10800000">
            <a:off x="4321845" y="2723125"/>
            <a:ext cx="300957" cy="236190"/>
          </a:xfrm>
          <a:prstGeom prst="leftArrow">
            <a:avLst/>
          </a:prstGeom>
          <a:solidFill>
            <a:srgbClr val="FFFF00">
              <a:alpha val="50000"/>
            </a:srgbClr>
          </a:solidFill>
          <a:ln>
            <a:solidFill>
              <a:schemeClr val="accent1">
                <a:shade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7" name="Picture 2" descr="歩くおじいさんのイラスト | かわいいフリー素材集 いらすとや">
            <a:extLst>
              <a:ext uri="{FF2B5EF4-FFF2-40B4-BE49-F238E27FC236}">
                <a16:creationId xmlns:a16="http://schemas.microsoft.com/office/drawing/2014/main" id="{97FB598A-D0F3-4934-8DB8-FCA31A6C3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27000" y="4533853"/>
            <a:ext cx="892647" cy="1336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7DEE9FF-173C-4DD9-BACF-B61196090649}"/>
              </a:ext>
            </a:extLst>
          </p:cNvPr>
          <p:cNvSpPr/>
          <p:nvPr/>
        </p:nvSpPr>
        <p:spPr>
          <a:xfrm>
            <a:off x="746903" y="5771467"/>
            <a:ext cx="3687720" cy="613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AA1FC32-3FD0-4C5F-9AA3-2D68F937BD32}"/>
              </a:ext>
            </a:extLst>
          </p:cNvPr>
          <p:cNvSpPr/>
          <p:nvPr/>
        </p:nvSpPr>
        <p:spPr>
          <a:xfrm>
            <a:off x="7997077" y="5870271"/>
            <a:ext cx="3687720" cy="613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　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6D12B2CA-C30A-418E-BC80-CB2CE268F086}"/>
              </a:ext>
            </a:extLst>
          </p:cNvPr>
          <p:cNvGrpSpPr/>
          <p:nvPr/>
        </p:nvGrpSpPr>
        <p:grpSpPr>
          <a:xfrm>
            <a:off x="218474" y="1999491"/>
            <a:ext cx="462476" cy="406273"/>
            <a:chOff x="201547" y="1595979"/>
            <a:chExt cx="462476" cy="406273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E7007E04-B8D4-406B-B4F9-88704811DB3F}"/>
                </a:ext>
              </a:extLst>
            </p:cNvPr>
            <p:cNvSpPr/>
            <p:nvPr/>
          </p:nvSpPr>
          <p:spPr>
            <a:xfrm>
              <a:off x="201547" y="1595979"/>
              <a:ext cx="462476" cy="406273"/>
            </a:xfrm>
            <a:prstGeom prst="rect">
              <a:avLst/>
            </a:prstGeom>
            <a:solidFill>
              <a:schemeClr val="bg1">
                <a:lumMod val="85000"/>
                <a:alpha val="29000"/>
              </a:schemeClr>
            </a:solidFill>
            <a:ln w="28575"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矢印: 左 10">
              <a:extLst>
                <a:ext uri="{FF2B5EF4-FFF2-40B4-BE49-F238E27FC236}">
                  <a16:creationId xmlns:a16="http://schemas.microsoft.com/office/drawing/2014/main" id="{849697CE-D80E-4AD2-9F83-30B1829D05E1}"/>
                </a:ext>
              </a:extLst>
            </p:cNvPr>
            <p:cNvSpPr/>
            <p:nvPr/>
          </p:nvSpPr>
          <p:spPr>
            <a:xfrm rot="10800000">
              <a:off x="272622" y="1668112"/>
              <a:ext cx="320327" cy="243371"/>
            </a:xfrm>
            <a:prstGeom prst="leftArrow">
              <a:avLst/>
            </a:prstGeom>
            <a:solidFill>
              <a:srgbClr val="FFFF00">
                <a:alpha val="50000"/>
              </a:srgbClr>
            </a:solidFill>
            <a:ln>
              <a:solidFill>
                <a:schemeClr val="accent1">
                  <a:shade val="50000"/>
                  <a:alpha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66D41EB5-A35D-4F94-AC4C-CA89EADF97D5}"/>
              </a:ext>
            </a:extLst>
          </p:cNvPr>
          <p:cNvGrpSpPr/>
          <p:nvPr/>
        </p:nvGrpSpPr>
        <p:grpSpPr>
          <a:xfrm rot="5400000">
            <a:off x="350770" y="1249136"/>
            <a:ext cx="283851" cy="428663"/>
            <a:chOff x="769744" y="2979377"/>
            <a:chExt cx="720000" cy="134324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20B44D08-EA68-4426-B26C-7D7481928E56}"/>
                </a:ext>
              </a:extLst>
            </p:cNvPr>
            <p:cNvSpPr/>
            <p:nvPr/>
          </p:nvSpPr>
          <p:spPr>
            <a:xfrm>
              <a:off x="769744" y="3189060"/>
              <a:ext cx="720000" cy="11335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092F6CAE-220E-4159-BBEA-4A4D4069C7B8}"/>
                </a:ext>
              </a:extLst>
            </p:cNvPr>
            <p:cNvSpPr/>
            <p:nvPr/>
          </p:nvSpPr>
          <p:spPr>
            <a:xfrm>
              <a:off x="940508" y="2979377"/>
              <a:ext cx="360000" cy="20968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45299A45-E0EF-4EA0-B49B-5858379AA3FA}"/>
                </a:ext>
              </a:extLst>
            </p:cNvPr>
            <p:cNvSpPr/>
            <p:nvPr/>
          </p:nvSpPr>
          <p:spPr>
            <a:xfrm>
              <a:off x="839289" y="3253289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05518028-98FC-4A46-AA09-8137F67B4473}"/>
                </a:ext>
              </a:extLst>
            </p:cNvPr>
            <p:cNvSpPr/>
            <p:nvPr/>
          </p:nvSpPr>
          <p:spPr>
            <a:xfrm>
              <a:off x="839289" y="3515692"/>
              <a:ext cx="575042" cy="213369"/>
            </a:xfrm>
            <a:prstGeom prst="rect">
              <a:avLst/>
            </a:prstGeom>
            <a:noFill/>
            <a:ln w="19050">
              <a:solidFill>
                <a:schemeClr val="tx1">
                  <a:lumMod val="95000"/>
                  <a:lumOff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FBDD500E-ED69-4C71-9301-B09E69148AC4}"/>
                </a:ext>
              </a:extLst>
            </p:cNvPr>
            <p:cNvSpPr/>
            <p:nvPr/>
          </p:nvSpPr>
          <p:spPr>
            <a:xfrm>
              <a:off x="839289" y="3785691"/>
              <a:ext cx="575042" cy="213369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C5BB6264-B67E-4A00-A847-A2C9C9CC2E07}"/>
                </a:ext>
              </a:extLst>
            </p:cNvPr>
            <p:cNvSpPr/>
            <p:nvPr/>
          </p:nvSpPr>
          <p:spPr>
            <a:xfrm>
              <a:off x="839290" y="4075630"/>
              <a:ext cx="575041" cy="21337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sp>
        <p:nvSpPr>
          <p:cNvPr id="20" name="フローチャート: 端子 19">
            <a:extLst>
              <a:ext uri="{FF2B5EF4-FFF2-40B4-BE49-F238E27FC236}">
                <a16:creationId xmlns:a16="http://schemas.microsoft.com/office/drawing/2014/main" id="{C032FEEF-B2C1-44A4-990F-0C9C0650ECD8}"/>
              </a:ext>
            </a:extLst>
          </p:cNvPr>
          <p:cNvSpPr/>
          <p:nvPr/>
        </p:nvSpPr>
        <p:spPr>
          <a:xfrm rot="10800000">
            <a:off x="1773654" y="1241244"/>
            <a:ext cx="3379942" cy="437164"/>
          </a:xfrm>
          <a:prstGeom prst="flowChartTerminator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太陽 22">
            <a:extLst>
              <a:ext uri="{FF2B5EF4-FFF2-40B4-BE49-F238E27FC236}">
                <a16:creationId xmlns:a16="http://schemas.microsoft.com/office/drawing/2014/main" id="{74AA16DD-FA27-4417-BDAA-0C541FD7DB3F}"/>
              </a:ext>
            </a:extLst>
          </p:cNvPr>
          <p:cNvSpPr/>
          <p:nvPr/>
        </p:nvSpPr>
        <p:spPr>
          <a:xfrm>
            <a:off x="11537573" y="1256732"/>
            <a:ext cx="457200" cy="440267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4" name="フローチャート: 端子 23">
            <a:extLst>
              <a:ext uri="{FF2B5EF4-FFF2-40B4-BE49-F238E27FC236}">
                <a16:creationId xmlns:a16="http://schemas.microsoft.com/office/drawing/2014/main" id="{D0641081-BD5D-48EB-B7BF-4C2F640FFF72}"/>
              </a:ext>
            </a:extLst>
          </p:cNvPr>
          <p:cNvSpPr/>
          <p:nvPr/>
        </p:nvSpPr>
        <p:spPr>
          <a:xfrm rot="10800000">
            <a:off x="7565567" y="4705910"/>
            <a:ext cx="1443955" cy="167706"/>
          </a:xfrm>
          <a:prstGeom prst="flowChartTerminator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248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7037E-7 L 0.1151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55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84</Words>
  <Application>Microsoft Office PowerPoint</Application>
  <PresentationFormat>ワイド画面</PresentationFormat>
  <Paragraphs>35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村木　馨</dc:creator>
  <cp:lastModifiedBy>村木　馨</cp:lastModifiedBy>
  <cp:revision>63</cp:revision>
  <dcterms:created xsi:type="dcterms:W3CDTF">2025-10-21T00:23:42Z</dcterms:created>
  <dcterms:modified xsi:type="dcterms:W3CDTF">2025-11-18T00:34:41Z</dcterms:modified>
</cp:coreProperties>
</file>